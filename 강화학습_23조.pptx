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0" autoAdjust="0"/>
    <p:restoredTop sz="94660"/>
  </p:normalViewPr>
  <p:slideViewPr>
    <p:cSldViewPr snapToGrid="0">
      <p:cViewPr>
        <p:scale>
          <a:sx n="100" d="100"/>
          <a:sy n="100" d="100"/>
        </p:scale>
        <p:origin x="-1328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46CA6A-0F23-EBFF-E8A2-FD18C806BE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22863A1-67E2-4D93-093E-BA47BBB323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0C9BD0-DA95-961E-2115-AE316E72C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BEE79-EE6D-4870-9112-409F6513B8DB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3F76C4-8F79-DF23-DE30-B1538C088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B9F67A-E827-E8D9-9F7F-ACE1B879D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A6A77-B4E0-4F84-9289-4F7FBE8D9C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2854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E7CEA6-441F-D6E2-E277-1B53A0B03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4A4CA8-3C5D-AE0A-177C-982327FFA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16225A-F70C-CAC4-D57B-D57C13AFF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BEE79-EE6D-4870-9112-409F6513B8DB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89E58A-13E4-C0D9-CAD6-ABB3F7240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AC6E46-312D-4F2F-9D83-CA8ECF2B8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A6A77-B4E0-4F84-9289-4F7FBE8D9C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7413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0C23A6-AF2A-F1EA-2FC8-59F854CE7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463BF0-6C1F-CEE0-5707-5A5B4DB49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F83EED-FE1D-ECBF-F536-FC7197D6E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BEE79-EE6D-4870-9112-409F6513B8DB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2D9415-DB6E-6934-0E55-7EC39B842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B10EB7-DAFC-82B7-77CA-77D130047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A6A77-B4E0-4F84-9289-4F7FBE8D9C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9374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E566E4-7207-7A44-E802-9E26774B8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83F1A5-99D8-DD35-C10E-0567550A6B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76214C-FF95-B8BC-9FCB-0C86A7140C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267CCDE-BC3F-EF22-647D-893CE6928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BEE79-EE6D-4870-9112-409F6513B8DB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A24E01-A91F-186A-AD4F-9E5A93B0F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E3B05D-6A90-AC5B-3844-1920B7529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A6A77-B4E0-4F84-9289-4F7FBE8D9C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2336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3C1A3A-6DDE-F669-2E6B-6CC7A7996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4E1A3B-3FB0-2EEB-3AE0-CE33B71A02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B4D3913-885C-6540-A737-CAC7FC259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3A47E35-E12A-2642-D187-5300F2A05A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763D5A6-3D2F-55F7-C73D-CFAE87E2A8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4D43EAD-3A50-DF9E-09FB-D12088047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BEE79-EE6D-4870-9112-409F6513B8DB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4C4EAA2-F57B-71C8-98B6-B62A7D6D5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5509B21-D9B3-D73E-F72C-C8D09AA8C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A6A77-B4E0-4F84-9289-4F7FBE8D9C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1098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D35998-E7AE-7FDE-3EB0-31F7747F8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4286D35-A1BC-C62E-C557-27EB7ED5A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BEE79-EE6D-4870-9112-409F6513B8DB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C4E09E3-749A-1904-2258-4C4D79837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833D2E5-53DC-138C-1F87-1E2C8365F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A6A77-B4E0-4F84-9289-4F7FBE8D9C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3217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FADF72-69E3-AC8D-198B-242C2B569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BEE79-EE6D-4870-9112-409F6513B8DB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7EA1315-B25E-5242-B742-67A84FB86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DC9091-9D2F-37E7-ABCA-A4C0CB83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A6A77-B4E0-4F84-9289-4F7FBE8D9C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8483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365F7A-75B4-3C7C-19B3-A271EB653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3F889B-DAEB-97F9-EFF7-A9039013E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E0FE0E-F323-0B4D-CED3-D59E6C6C9D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83AFD1-16D5-8915-8184-3076FB39B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BEE79-EE6D-4870-9112-409F6513B8DB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693F08-2D88-EC9D-9702-040B7F135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4363AB-C3F8-9142-E1E5-62225E92A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A6A77-B4E0-4F84-9289-4F7FBE8D9C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4723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4EE0F2-22B9-C630-3BF1-5484A02EC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B9FD0BF-7445-BF40-FFE4-725FA31B4F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FA317CD-EF66-B5D1-1745-6B86F59101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262823F-5F23-1790-AA7A-E712502DA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BEE79-EE6D-4870-9112-409F6513B8DB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8EC756-EC8A-4C10-2E71-ECCD8525F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D383AA-EAB0-11E7-EBD7-91ADC1E22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A6A77-B4E0-4F84-9289-4F7FBE8D9C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8484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7EBC5F-89B4-3A91-0D55-69EEFE3C3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94EDD1D-99FC-5115-770B-D0840C57E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D92200-5510-9B74-050B-8DB4D76A1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BEE79-EE6D-4870-9112-409F6513B8DB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014761-5C06-1E60-1E64-8FC1AA83F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53506B-05F2-8585-00FF-758AC6BDE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A6A77-B4E0-4F84-9289-4F7FBE8D9C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994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5565B08-04E3-E06B-2D07-CB67E3D2F3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8B9BA7A-E3CE-FAE4-9A6A-F8985EE928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A9D8CB-FB01-3DF8-8C61-279A91295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BEE79-EE6D-4870-9112-409F6513B8DB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46D131-106D-776E-48BA-C1D7C4F6F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49AE14-8F45-B7B4-7C36-0124CFA85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A6A77-B4E0-4F84-9289-4F7FBE8D9C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9585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E719841-DF8E-CACE-FBB7-3169A833E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376CCE-F4D2-8F1B-1AE6-F63484C43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C446D0-7A66-A3F7-73B6-5B1D9A01AD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0BEE79-EE6D-4870-9112-409F6513B8DB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6EDA07-D94B-243F-BC43-8EF0955D92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E89491-00B3-824A-6496-7C48CDB25B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1A6A77-B4E0-4F84-9289-4F7FBE8D9C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4019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A658AAA-14BF-0E34-399F-C4A8D2509231}"/>
              </a:ext>
            </a:extLst>
          </p:cNvPr>
          <p:cNvSpPr txBox="1"/>
          <p:nvPr/>
        </p:nvSpPr>
        <p:spPr>
          <a:xfrm>
            <a:off x="4246536" y="1596325"/>
            <a:ext cx="1845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도보</a:t>
            </a:r>
            <a:r>
              <a:rPr lang="en-US" altLang="ko-KR" dirty="0"/>
              <a:t>10</a:t>
            </a:r>
            <a:r>
              <a:rPr lang="ko-KR" altLang="en-US" dirty="0"/>
              <a:t>분</a:t>
            </a:r>
            <a:r>
              <a:rPr lang="en-US" altLang="ko-KR" dirty="0"/>
              <a:t>5</a:t>
            </a:r>
            <a:r>
              <a:rPr lang="ko-KR" altLang="en-US" dirty="0"/>
              <a:t>분</a:t>
            </a:r>
            <a:r>
              <a:rPr lang="en-US" altLang="ko-KR" dirty="0"/>
              <a:t>5</a:t>
            </a:r>
            <a:r>
              <a:rPr lang="ko-KR" altLang="en-US" dirty="0"/>
              <a:t>분</a:t>
            </a:r>
          </a:p>
        </p:txBody>
      </p:sp>
      <p:pic>
        <p:nvPicPr>
          <p:cNvPr id="12" name="그림 11" descr="도표, 라인, 경사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B9C5288-07AB-32D5-351F-CF032CD34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322637"/>
            <a:ext cx="12192000" cy="310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136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C32C2-2AC1-F836-0E18-00D75F968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AF7323E-BC23-1499-3355-83AC2C8FB008}"/>
              </a:ext>
            </a:extLst>
          </p:cNvPr>
          <p:cNvSpPr txBox="1"/>
          <p:nvPr/>
        </p:nvSpPr>
        <p:spPr>
          <a:xfrm>
            <a:off x="8518256" y="112707"/>
            <a:ext cx="3787398" cy="6632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500" b="1" dirty="0"/>
              <a:t>🏠 출발지 </a:t>
            </a:r>
            <a:r>
              <a:rPr lang="en-US" altLang="ko-KR" sz="500" b="1" dirty="0"/>
              <a:t>&amp; </a:t>
            </a:r>
            <a:r>
              <a:rPr lang="ko-KR" altLang="en-US" sz="500" b="1" dirty="0"/>
              <a:t>최종 목적지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출발지</a:t>
            </a:r>
            <a:r>
              <a:rPr lang="en-US" altLang="ko-KR" sz="500" dirty="0"/>
              <a:t>: </a:t>
            </a:r>
            <a:r>
              <a:rPr lang="ko-KR" altLang="en-US" sz="500" dirty="0">
                <a:latin typeface="Courier New" panose="02070309020205020404" pitchFamily="49" charset="0"/>
              </a:rPr>
              <a:t>집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최종 목적지</a:t>
            </a:r>
            <a:r>
              <a:rPr lang="en-US" altLang="ko-KR" sz="500" dirty="0"/>
              <a:t>: </a:t>
            </a:r>
            <a:r>
              <a:rPr lang="ko-KR" altLang="en-US" sz="500" dirty="0">
                <a:latin typeface="Courier New" panose="02070309020205020404" pitchFamily="49" charset="0"/>
              </a:rPr>
              <a:t>목적지</a:t>
            </a:r>
            <a:endParaRPr lang="en-US" altLang="ko-KR" sz="500" dirty="0">
              <a:latin typeface="Courier New" panose="02070309020205020404" pitchFamily="49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ko-KR" altLang="en-US" sz="500" dirty="0"/>
          </a:p>
          <a:p>
            <a:pPr>
              <a:buNone/>
            </a:pPr>
            <a:r>
              <a:rPr lang="ko-KR" altLang="en-US" sz="500" b="1" dirty="0"/>
              <a:t>🚶 도보 이동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집 → 후암시장 </a:t>
            </a:r>
            <a:r>
              <a:rPr lang="en-US" altLang="ko-KR" sz="500" dirty="0"/>
              <a:t>: </a:t>
            </a:r>
            <a:r>
              <a:rPr lang="en-US" altLang="ko-KR" sz="500" b="1" dirty="0"/>
              <a:t>3</a:t>
            </a:r>
            <a:r>
              <a:rPr lang="ko-KR" altLang="en-US" sz="500" b="1" dirty="0"/>
              <a:t>분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남영우체국 → 갈월동사회복지회관 </a:t>
            </a:r>
            <a:r>
              <a:rPr lang="en-US" altLang="ko-KR" sz="500" dirty="0"/>
              <a:t>: </a:t>
            </a:r>
            <a:r>
              <a:rPr lang="en-US" altLang="ko-KR" sz="500" b="1" dirty="0"/>
              <a:t>1</a:t>
            </a:r>
            <a:r>
              <a:rPr lang="ko-KR" altLang="en-US" sz="500" b="1" dirty="0"/>
              <a:t>분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용문시장 → 목적지 </a:t>
            </a:r>
            <a:r>
              <a:rPr lang="en-US" altLang="ko-KR" sz="500" dirty="0"/>
              <a:t>: </a:t>
            </a:r>
            <a:r>
              <a:rPr lang="en-US" altLang="ko-KR" sz="500" b="1" dirty="0"/>
              <a:t>12</a:t>
            </a:r>
            <a:r>
              <a:rPr lang="ko-KR" altLang="en-US" sz="500" b="1" dirty="0"/>
              <a:t>분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신창동 → 목적지 </a:t>
            </a:r>
            <a:r>
              <a:rPr lang="en-US" altLang="ko-KR" sz="500" dirty="0"/>
              <a:t>: </a:t>
            </a:r>
            <a:r>
              <a:rPr lang="en-US" altLang="ko-KR" sz="500" b="1" dirty="0"/>
              <a:t>2</a:t>
            </a:r>
            <a:r>
              <a:rPr lang="ko-KR" altLang="en-US" sz="500" b="1" dirty="0"/>
              <a:t>분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원효로</a:t>
            </a:r>
            <a:r>
              <a:rPr lang="en-US" altLang="ko-KR" sz="500" dirty="0"/>
              <a:t>3</a:t>
            </a:r>
            <a:r>
              <a:rPr lang="ko-KR" altLang="en-US" sz="500" dirty="0"/>
              <a:t>가 → 목적지 </a:t>
            </a:r>
            <a:r>
              <a:rPr lang="en-US" altLang="ko-KR" sz="500" dirty="0"/>
              <a:t>: </a:t>
            </a:r>
            <a:r>
              <a:rPr lang="en-US" altLang="ko-KR" sz="500" b="1" dirty="0"/>
              <a:t>7</a:t>
            </a:r>
            <a:r>
              <a:rPr lang="ko-KR" altLang="en-US" sz="500" b="1" dirty="0"/>
              <a:t>분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효창공원역 → 목적지 </a:t>
            </a:r>
            <a:r>
              <a:rPr lang="en-US" altLang="ko-KR" sz="500" dirty="0"/>
              <a:t>: </a:t>
            </a:r>
            <a:r>
              <a:rPr lang="en-US" altLang="ko-KR" sz="500" b="1" dirty="0"/>
              <a:t>15</a:t>
            </a:r>
            <a:r>
              <a:rPr lang="ko-KR" altLang="en-US" sz="500" b="1" dirty="0"/>
              <a:t>분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 err="1"/>
              <a:t>신용산역</a:t>
            </a:r>
            <a:r>
              <a:rPr lang="en-US" altLang="ko-KR" sz="500" dirty="0"/>
              <a:t>(</a:t>
            </a:r>
            <a:r>
              <a:rPr lang="ko-KR" altLang="en-US" sz="500" dirty="0"/>
              <a:t>중앙</a:t>
            </a:r>
            <a:r>
              <a:rPr lang="en-US" altLang="ko-KR" sz="500" dirty="0"/>
              <a:t>) → </a:t>
            </a:r>
            <a:r>
              <a:rPr lang="ko-KR" altLang="en-US" sz="500" dirty="0" err="1"/>
              <a:t>신용산역</a:t>
            </a:r>
            <a:r>
              <a:rPr lang="en-US" altLang="ko-KR" sz="500" dirty="0"/>
              <a:t>3</a:t>
            </a:r>
            <a:r>
              <a:rPr lang="ko-KR" altLang="en-US" sz="500" dirty="0" err="1"/>
              <a:t>번출구</a:t>
            </a:r>
            <a:r>
              <a:rPr lang="ko-KR" altLang="en-US" sz="500" dirty="0"/>
              <a:t> </a:t>
            </a:r>
            <a:r>
              <a:rPr lang="en-US" altLang="ko-KR" sz="500" dirty="0"/>
              <a:t>: </a:t>
            </a:r>
            <a:r>
              <a:rPr lang="en-US" altLang="ko-KR" sz="500" b="1" dirty="0"/>
              <a:t>2</a:t>
            </a:r>
            <a:r>
              <a:rPr lang="ko-KR" altLang="en-US" sz="500" b="1" dirty="0"/>
              <a:t>분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 err="1"/>
              <a:t>신용산역</a:t>
            </a:r>
            <a:r>
              <a:rPr lang="en-US" altLang="ko-KR" sz="500" dirty="0"/>
              <a:t>(</a:t>
            </a:r>
            <a:r>
              <a:rPr lang="ko-KR" altLang="en-US" sz="500" dirty="0"/>
              <a:t>중앙</a:t>
            </a:r>
            <a:r>
              <a:rPr lang="en-US" altLang="ko-KR" sz="500" dirty="0"/>
              <a:t>) → </a:t>
            </a:r>
            <a:r>
              <a:rPr lang="ko-KR" altLang="en-US" sz="500" dirty="0" err="1"/>
              <a:t>용산역광장</a:t>
            </a:r>
            <a:r>
              <a:rPr lang="ko-KR" altLang="en-US" sz="500" dirty="0"/>
              <a:t> </a:t>
            </a:r>
            <a:r>
              <a:rPr lang="en-US" altLang="ko-KR" sz="500" dirty="0"/>
              <a:t>: </a:t>
            </a:r>
            <a:r>
              <a:rPr lang="en-US" altLang="ko-KR" sz="500" b="1" dirty="0"/>
              <a:t>2</a:t>
            </a:r>
            <a:r>
              <a:rPr lang="ko-KR" altLang="en-US" sz="500" b="1" dirty="0"/>
              <a:t>분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 err="1"/>
              <a:t>한강대교북단</a:t>
            </a:r>
            <a:r>
              <a:rPr lang="en-US" altLang="ko-KR" sz="500" dirty="0"/>
              <a:t>(LGU+) → </a:t>
            </a:r>
            <a:r>
              <a:rPr lang="ko-KR" altLang="en-US" sz="500" dirty="0" err="1"/>
              <a:t>한강대교북단</a:t>
            </a:r>
            <a:r>
              <a:rPr lang="ko-KR" altLang="en-US" sz="500" dirty="0"/>
              <a:t> </a:t>
            </a:r>
            <a:r>
              <a:rPr lang="en-US" altLang="ko-KR" sz="500" dirty="0"/>
              <a:t>: </a:t>
            </a:r>
            <a:r>
              <a:rPr lang="en-US" altLang="ko-KR" sz="500" b="1" dirty="0"/>
              <a:t>2</a:t>
            </a:r>
            <a:r>
              <a:rPr lang="ko-KR" altLang="en-US" sz="500" b="1" dirty="0"/>
              <a:t>분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원효로</a:t>
            </a:r>
            <a:r>
              <a:rPr lang="en-US" altLang="ko-KR" sz="500" dirty="0"/>
              <a:t>2</a:t>
            </a:r>
            <a:r>
              <a:rPr lang="ko-KR" altLang="en-US" sz="500" dirty="0"/>
              <a:t>가 → 용문시장 </a:t>
            </a:r>
            <a:r>
              <a:rPr lang="en-US" altLang="ko-KR" sz="500" dirty="0"/>
              <a:t>: </a:t>
            </a:r>
            <a:r>
              <a:rPr lang="en-US" altLang="ko-KR" sz="500" b="1" dirty="0"/>
              <a:t>2</a:t>
            </a:r>
            <a:r>
              <a:rPr lang="ko-KR" altLang="en-US" sz="500" b="1" dirty="0"/>
              <a:t>분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숙명여대입구 → 청파동주민센터 </a:t>
            </a:r>
            <a:r>
              <a:rPr lang="en-US" altLang="ko-KR" sz="500" dirty="0"/>
              <a:t>: </a:t>
            </a:r>
            <a:r>
              <a:rPr lang="en-US" altLang="ko-KR" sz="500" b="1" dirty="0"/>
              <a:t>3</a:t>
            </a:r>
            <a:r>
              <a:rPr lang="ko-KR" altLang="en-US" sz="500" b="1" dirty="0"/>
              <a:t>분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성심여고 → 목적지 </a:t>
            </a:r>
            <a:r>
              <a:rPr lang="en-US" altLang="ko-KR" sz="500" dirty="0"/>
              <a:t>: </a:t>
            </a:r>
            <a:r>
              <a:rPr lang="en-US" altLang="ko-KR" sz="500" b="1" dirty="0"/>
              <a:t>1</a:t>
            </a:r>
            <a:r>
              <a:rPr lang="ko-KR" altLang="en-US" sz="500" b="1" dirty="0"/>
              <a:t>분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 err="1"/>
              <a:t>원효대교북단</a:t>
            </a:r>
            <a:r>
              <a:rPr lang="ko-KR" altLang="en-US" sz="500" dirty="0"/>
              <a:t> → 목적지 </a:t>
            </a:r>
            <a:r>
              <a:rPr lang="en-US" altLang="ko-KR" sz="500" dirty="0"/>
              <a:t>: </a:t>
            </a:r>
            <a:r>
              <a:rPr lang="en-US" altLang="ko-KR" sz="500" b="1" dirty="0"/>
              <a:t>10</a:t>
            </a:r>
            <a:r>
              <a:rPr lang="ko-KR" altLang="en-US" sz="500" b="1" dirty="0"/>
              <a:t>분</a:t>
            </a:r>
            <a:endParaRPr lang="ko-KR" altLang="en-US" sz="500" dirty="0"/>
          </a:p>
          <a:p>
            <a:pPr>
              <a:buNone/>
            </a:pPr>
            <a:r>
              <a:rPr lang="en-US" altLang="ko-KR" sz="500" dirty="0"/>
              <a:t>(“</a:t>
            </a:r>
            <a:r>
              <a:rPr lang="ko-KR" altLang="en-US" sz="500" dirty="0"/>
              <a:t>도보 </a:t>
            </a:r>
            <a:r>
              <a:rPr lang="en-US" altLang="ko-KR" sz="500" dirty="0"/>
              <a:t>0</a:t>
            </a:r>
            <a:r>
              <a:rPr lang="ko-KR" altLang="en-US" sz="500" dirty="0" err="1"/>
              <a:t>분”은</a:t>
            </a:r>
            <a:r>
              <a:rPr lang="ko-KR" altLang="en-US" sz="500" dirty="0"/>
              <a:t> 그냥 같은 정류장으로 처리</a:t>
            </a:r>
            <a:r>
              <a:rPr lang="en-US" altLang="ko-KR" sz="500" dirty="0"/>
              <a:t>)</a:t>
            </a:r>
          </a:p>
          <a:p>
            <a:pPr>
              <a:buNone/>
            </a:pPr>
            <a:br>
              <a:rPr lang="en-US" altLang="ko-KR" sz="500" dirty="0"/>
            </a:br>
            <a:endParaRPr lang="en-US" altLang="ko-KR" sz="500" dirty="0"/>
          </a:p>
          <a:p>
            <a:pPr>
              <a:buNone/>
            </a:pPr>
            <a:r>
              <a:rPr lang="ko-KR" altLang="en-US" sz="500" b="1" dirty="0"/>
              <a:t>🚌 버스 라인 </a:t>
            </a:r>
            <a:r>
              <a:rPr lang="en-US" altLang="ko-KR" sz="500" b="1" dirty="0"/>
              <a:t>&amp; </a:t>
            </a:r>
            <a:r>
              <a:rPr lang="ko-KR" altLang="en-US" sz="500" b="1" dirty="0"/>
              <a:t>배차간격</a:t>
            </a:r>
            <a:r>
              <a:rPr lang="en-US" altLang="ko-KR" sz="500" b="1" dirty="0"/>
              <a:t>(Interval) &amp; </a:t>
            </a:r>
            <a:r>
              <a:rPr lang="ko-KR" altLang="en-US" sz="500" b="1" dirty="0"/>
              <a:t>이동 시간</a:t>
            </a:r>
          </a:p>
          <a:p>
            <a:pPr>
              <a:buNone/>
            </a:pPr>
            <a:r>
              <a:rPr lang="ko-KR" altLang="en-US" sz="500" b="1" dirty="0"/>
              <a:t>후암시장 정류장에서</a:t>
            </a:r>
            <a:r>
              <a:rPr lang="en-US" altLang="ko-KR" sz="500" b="1" dirty="0"/>
              <a:t>: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500" b="1" dirty="0"/>
              <a:t>400</a:t>
            </a:r>
            <a:r>
              <a:rPr lang="ko-KR" altLang="en-US" sz="500" b="1" dirty="0"/>
              <a:t>번 </a:t>
            </a:r>
            <a:r>
              <a:rPr lang="en-US" altLang="ko-KR" sz="500" b="1" dirty="0"/>
              <a:t>(interval 11</a:t>
            </a:r>
            <a:r>
              <a:rPr lang="ko-KR" altLang="en-US" sz="500" b="1" dirty="0"/>
              <a:t>분</a:t>
            </a:r>
            <a:r>
              <a:rPr lang="en-US" altLang="ko-KR" sz="500" b="1" dirty="0"/>
              <a:t>)</a:t>
            </a:r>
            <a:endParaRPr lang="ko-KR" altLang="en-US" sz="5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/>
              <a:t>후암시장 → 남영우체국 </a:t>
            </a:r>
            <a:r>
              <a:rPr lang="en-US" altLang="ko-KR" sz="500" dirty="0"/>
              <a:t>(</a:t>
            </a:r>
            <a:r>
              <a:rPr lang="en-US" altLang="ko-KR" sz="500" b="1" dirty="0"/>
              <a:t>4</a:t>
            </a:r>
            <a:r>
              <a:rPr lang="ko-KR" altLang="en-US" sz="500" b="1" dirty="0"/>
              <a:t>분</a:t>
            </a:r>
            <a:r>
              <a:rPr lang="en-US" altLang="ko-KR" sz="500" dirty="0"/>
              <a:t>) ← 1-1 </a:t>
            </a:r>
            <a:r>
              <a:rPr lang="ko-KR" altLang="en-US" sz="500" dirty="0"/>
              <a:t>루트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/>
              <a:t>후암시장 → 숙명여대입구 </a:t>
            </a:r>
            <a:r>
              <a:rPr lang="en-US" altLang="ko-KR" sz="500" dirty="0"/>
              <a:t>(</a:t>
            </a:r>
            <a:r>
              <a:rPr lang="en-US" altLang="ko-KR" sz="500" b="1" dirty="0"/>
              <a:t>6</a:t>
            </a:r>
            <a:r>
              <a:rPr lang="ko-KR" altLang="en-US" sz="500" b="1" dirty="0"/>
              <a:t>분</a:t>
            </a:r>
            <a:r>
              <a:rPr lang="en-US" altLang="ko-KR" sz="500" dirty="0"/>
              <a:t>) ← 1-2 </a:t>
            </a:r>
            <a:r>
              <a:rPr lang="ko-KR" altLang="en-US" sz="500" dirty="0"/>
              <a:t>루트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/>
              <a:t>후암시장 → 원효로</a:t>
            </a:r>
            <a:r>
              <a:rPr lang="en-US" altLang="ko-KR" sz="500" dirty="0"/>
              <a:t>2</a:t>
            </a:r>
            <a:r>
              <a:rPr lang="ko-KR" altLang="en-US" sz="500" dirty="0"/>
              <a:t>가 </a:t>
            </a:r>
            <a:r>
              <a:rPr lang="en-US" altLang="ko-KR" sz="500" dirty="0"/>
              <a:t>(</a:t>
            </a:r>
            <a:r>
              <a:rPr lang="en-US" altLang="ko-KR" sz="500" b="1" dirty="0"/>
              <a:t>21</a:t>
            </a:r>
            <a:r>
              <a:rPr lang="ko-KR" altLang="en-US" sz="500" b="1" dirty="0"/>
              <a:t>분</a:t>
            </a:r>
            <a:r>
              <a:rPr lang="en-US" altLang="ko-KR" sz="500" dirty="0"/>
              <a:t>) ← 1-3 </a:t>
            </a:r>
            <a:r>
              <a:rPr lang="ko-KR" altLang="en-US" sz="500" dirty="0"/>
              <a:t>루트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/>
              <a:t>후암시장 → </a:t>
            </a:r>
            <a:r>
              <a:rPr lang="ko-KR" altLang="en-US" sz="500" dirty="0" err="1"/>
              <a:t>숙명여대후문</a:t>
            </a:r>
            <a:r>
              <a:rPr lang="ko-KR" altLang="en-US" sz="500" dirty="0"/>
              <a:t> </a:t>
            </a:r>
            <a:r>
              <a:rPr lang="en-US" altLang="ko-KR" sz="500" dirty="0"/>
              <a:t>(</a:t>
            </a:r>
            <a:r>
              <a:rPr lang="en-US" altLang="ko-KR" sz="500" b="1" dirty="0"/>
              <a:t>9</a:t>
            </a:r>
            <a:r>
              <a:rPr lang="ko-KR" altLang="en-US" sz="500" b="1" dirty="0"/>
              <a:t>분</a:t>
            </a:r>
            <a:r>
              <a:rPr lang="en-US" altLang="ko-KR" sz="500" dirty="0"/>
              <a:t>) ← 1-4 </a:t>
            </a:r>
            <a:r>
              <a:rPr lang="ko-KR" altLang="en-US" sz="500" dirty="0"/>
              <a:t>루트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/>
              <a:t>후암시장 → 효창공원역 </a:t>
            </a:r>
            <a:r>
              <a:rPr lang="en-US" altLang="ko-KR" sz="500" dirty="0"/>
              <a:t>(</a:t>
            </a:r>
            <a:r>
              <a:rPr lang="en-US" altLang="ko-KR" sz="500" b="1" dirty="0"/>
              <a:t>16</a:t>
            </a:r>
            <a:r>
              <a:rPr lang="ko-KR" altLang="en-US" sz="500" b="1" dirty="0"/>
              <a:t>분</a:t>
            </a:r>
            <a:r>
              <a:rPr lang="en-US" altLang="ko-KR" sz="500" dirty="0"/>
              <a:t>) ← 1-5 </a:t>
            </a:r>
            <a:r>
              <a:rPr lang="ko-KR" altLang="en-US" sz="500" dirty="0"/>
              <a:t>루트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500" b="1" dirty="0"/>
              <a:t>605</a:t>
            </a:r>
            <a:r>
              <a:rPr lang="ko-KR" altLang="en-US" sz="500" b="1" dirty="0"/>
              <a:t>번 </a:t>
            </a:r>
            <a:r>
              <a:rPr lang="en-US" altLang="ko-KR" sz="500" b="1" dirty="0"/>
              <a:t>(interval 10</a:t>
            </a:r>
            <a:r>
              <a:rPr lang="ko-KR" altLang="en-US" sz="500" b="1" dirty="0"/>
              <a:t>분</a:t>
            </a:r>
            <a:r>
              <a:rPr lang="en-US" altLang="ko-KR" sz="500" b="1" dirty="0"/>
              <a:t>)</a:t>
            </a:r>
            <a:endParaRPr lang="ko-KR" altLang="en-US" sz="5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/>
              <a:t>후암시장 → </a:t>
            </a:r>
            <a:r>
              <a:rPr lang="ko-KR" altLang="en-US" sz="500" dirty="0" err="1"/>
              <a:t>신용산역</a:t>
            </a:r>
            <a:r>
              <a:rPr lang="en-US" altLang="ko-KR" sz="500" dirty="0"/>
              <a:t>(</a:t>
            </a:r>
            <a:r>
              <a:rPr lang="ko-KR" altLang="en-US" sz="500" dirty="0"/>
              <a:t>중앙</a:t>
            </a:r>
            <a:r>
              <a:rPr lang="en-US" altLang="ko-KR" sz="500" dirty="0"/>
              <a:t>) (</a:t>
            </a:r>
            <a:r>
              <a:rPr lang="en-US" altLang="ko-KR" sz="500" b="1" dirty="0"/>
              <a:t>11</a:t>
            </a:r>
            <a:r>
              <a:rPr lang="ko-KR" altLang="en-US" sz="500" b="1" dirty="0"/>
              <a:t>분</a:t>
            </a:r>
            <a:r>
              <a:rPr lang="en-US" altLang="ko-KR" sz="500" dirty="0"/>
              <a:t>) ← 605 1-1, 1-3, 1-4 </a:t>
            </a:r>
            <a:r>
              <a:rPr lang="ko-KR" altLang="en-US" sz="500" dirty="0"/>
              <a:t>공통 출발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/>
              <a:t>후암시장 → 남영우체국 </a:t>
            </a:r>
            <a:r>
              <a:rPr lang="en-US" altLang="ko-KR" sz="500" dirty="0"/>
              <a:t>(</a:t>
            </a:r>
            <a:r>
              <a:rPr lang="en-US" altLang="ko-KR" sz="500" b="1" dirty="0"/>
              <a:t>4</a:t>
            </a:r>
            <a:r>
              <a:rPr lang="ko-KR" altLang="en-US" sz="500" b="1" dirty="0"/>
              <a:t>분</a:t>
            </a:r>
            <a:r>
              <a:rPr lang="en-US" altLang="ko-KR" sz="500" dirty="0"/>
              <a:t>) ← 605 1-2 </a:t>
            </a:r>
            <a:r>
              <a:rPr lang="ko-KR" altLang="en-US" sz="500" dirty="0"/>
              <a:t>루트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/>
              <a:t>후암시장 → </a:t>
            </a:r>
            <a:r>
              <a:rPr lang="ko-KR" altLang="en-US" sz="500" dirty="0" err="1"/>
              <a:t>한강대교북단</a:t>
            </a:r>
            <a:r>
              <a:rPr lang="en-US" altLang="ko-KR" sz="500" dirty="0"/>
              <a:t>(LGU+) (</a:t>
            </a:r>
            <a:r>
              <a:rPr lang="en-US" altLang="ko-KR" sz="500" b="1" dirty="0"/>
              <a:t>13</a:t>
            </a:r>
            <a:r>
              <a:rPr lang="ko-KR" altLang="en-US" sz="500" b="1" dirty="0"/>
              <a:t>분</a:t>
            </a:r>
            <a:r>
              <a:rPr lang="en-US" altLang="ko-KR" sz="500" dirty="0"/>
              <a:t>) ← 605 1-3 </a:t>
            </a:r>
            <a:r>
              <a:rPr lang="ko-KR" altLang="en-US" sz="500" dirty="0"/>
              <a:t>루트</a:t>
            </a:r>
          </a:p>
          <a:p>
            <a:pPr>
              <a:buNone/>
            </a:pPr>
            <a:br>
              <a:rPr lang="ko-KR" altLang="en-US" sz="500" dirty="0"/>
            </a:br>
            <a:endParaRPr lang="ko-KR" altLang="en-US" sz="500" dirty="0"/>
          </a:p>
          <a:p>
            <a:pPr>
              <a:buNone/>
            </a:pPr>
            <a:r>
              <a:rPr lang="ko-KR" altLang="en-US" sz="500" b="1" dirty="0"/>
              <a:t>남영우체국 </a:t>
            </a:r>
            <a:r>
              <a:rPr lang="en-US" altLang="ko-KR" sz="500" b="1" dirty="0"/>
              <a:t>/ </a:t>
            </a:r>
            <a:r>
              <a:rPr lang="ko-KR" altLang="en-US" sz="500" b="1" dirty="0"/>
              <a:t>갈월동사회복지회관 </a:t>
            </a:r>
            <a:r>
              <a:rPr lang="en-US" altLang="ko-KR" sz="500" b="1" dirty="0"/>
              <a:t>/ </a:t>
            </a:r>
            <a:r>
              <a:rPr lang="ko-KR" altLang="en-US" sz="500" b="1" dirty="0"/>
              <a:t>남영동 쪽</a:t>
            </a:r>
            <a:r>
              <a:rPr lang="en-US" altLang="ko-KR" sz="500" b="1" dirty="0"/>
              <a:t>: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남영우체국 → </a:t>
            </a:r>
            <a:r>
              <a:rPr lang="en-US" altLang="ko-KR" sz="500" dirty="0"/>
              <a:t>(</a:t>
            </a:r>
            <a:r>
              <a:rPr lang="ko-KR" altLang="en-US" sz="500" dirty="0"/>
              <a:t>도보</a:t>
            </a:r>
            <a:r>
              <a:rPr lang="en-US" altLang="ko-KR" sz="500" dirty="0"/>
              <a:t>1</a:t>
            </a:r>
            <a:r>
              <a:rPr lang="ko-KR" altLang="en-US" sz="500" dirty="0"/>
              <a:t>분</a:t>
            </a:r>
            <a:r>
              <a:rPr lang="en-US" altLang="ko-KR" sz="500" dirty="0"/>
              <a:t>) → </a:t>
            </a:r>
            <a:r>
              <a:rPr lang="ko-KR" altLang="en-US" sz="500" dirty="0"/>
              <a:t>갈월동사회복지회관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b="1" dirty="0"/>
              <a:t>용산</a:t>
            </a:r>
            <a:r>
              <a:rPr lang="en-US" altLang="ko-KR" sz="500" b="1" dirty="0"/>
              <a:t>02 (interval 5</a:t>
            </a:r>
            <a:r>
              <a:rPr lang="ko-KR" altLang="en-US" sz="500" b="1" dirty="0"/>
              <a:t>분</a:t>
            </a:r>
            <a:r>
              <a:rPr lang="en-US" altLang="ko-KR" sz="500" b="1" dirty="0"/>
              <a:t>)</a:t>
            </a:r>
            <a:endParaRPr lang="ko-KR" altLang="en-US" sz="5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/>
              <a:t>갈월동사회복지회관 → 남영동 </a:t>
            </a:r>
            <a:r>
              <a:rPr lang="en-US" altLang="ko-KR" sz="500" dirty="0"/>
              <a:t>(</a:t>
            </a:r>
            <a:r>
              <a:rPr lang="en-US" altLang="ko-KR" sz="500" b="1" dirty="0"/>
              <a:t>4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남영동에서 갈 수 있는 버스들</a:t>
            </a:r>
            <a:r>
              <a:rPr lang="en-US" altLang="ko-KR" sz="5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500" b="1" dirty="0"/>
              <a:t>1711 (interval 7</a:t>
            </a:r>
            <a:r>
              <a:rPr lang="ko-KR" altLang="en-US" sz="500" b="1" dirty="0"/>
              <a:t>분</a:t>
            </a:r>
            <a:r>
              <a:rPr lang="en-US" altLang="ko-KR" sz="500" b="1" dirty="0"/>
              <a:t>)</a:t>
            </a:r>
            <a:endParaRPr lang="ko-KR" altLang="en-US" sz="500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ko-KR" altLang="en-US" sz="500" dirty="0"/>
              <a:t>남영동 → 용문시장 </a:t>
            </a:r>
            <a:r>
              <a:rPr lang="en-US" altLang="ko-KR" sz="500" dirty="0"/>
              <a:t>(</a:t>
            </a:r>
            <a:r>
              <a:rPr lang="en-US" altLang="ko-KR" sz="500" b="1" dirty="0"/>
              <a:t>6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500" b="1" dirty="0"/>
              <a:t>7016 (interval 9</a:t>
            </a:r>
            <a:r>
              <a:rPr lang="ko-KR" altLang="en-US" sz="500" b="1" dirty="0"/>
              <a:t>분</a:t>
            </a:r>
            <a:r>
              <a:rPr lang="en-US" altLang="ko-KR" sz="500" b="1" dirty="0"/>
              <a:t>)</a:t>
            </a:r>
            <a:endParaRPr lang="ko-KR" altLang="en-US" sz="500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ko-KR" altLang="en-US" sz="500" dirty="0"/>
              <a:t>남영동 → 원효로</a:t>
            </a:r>
            <a:r>
              <a:rPr lang="en-US" altLang="ko-KR" sz="500" dirty="0"/>
              <a:t>2</a:t>
            </a:r>
            <a:r>
              <a:rPr lang="ko-KR" altLang="en-US" sz="500" dirty="0"/>
              <a:t>가 </a:t>
            </a:r>
            <a:r>
              <a:rPr lang="en-US" altLang="ko-KR" sz="500" dirty="0"/>
              <a:t>(</a:t>
            </a:r>
            <a:r>
              <a:rPr lang="en-US" altLang="ko-KR" sz="500" b="1" dirty="0"/>
              <a:t>6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ko-KR" altLang="en-US" sz="500" dirty="0"/>
              <a:t>남영동 → 원효로</a:t>
            </a:r>
            <a:r>
              <a:rPr lang="en-US" altLang="ko-KR" sz="500" dirty="0"/>
              <a:t>3</a:t>
            </a:r>
            <a:r>
              <a:rPr lang="ko-KR" altLang="en-US" sz="500" dirty="0"/>
              <a:t>가 </a:t>
            </a:r>
            <a:r>
              <a:rPr lang="en-US" altLang="ko-KR" sz="500" dirty="0"/>
              <a:t>(</a:t>
            </a:r>
            <a:r>
              <a:rPr lang="en-US" altLang="ko-KR" sz="500" b="1" dirty="0"/>
              <a:t>8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500" b="1" dirty="0"/>
              <a:t>162 (interval 7</a:t>
            </a:r>
            <a:r>
              <a:rPr lang="ko-KR" altLang="en-US" sz="500" b="1" dirty="0"/>
              <a:t>분</a:t>
            </a:r>
            <a:r>
              <a:rPr lang="en-US" altLang="ko-KR" sz="500" b="1" dirty="0"/>
              <a:t>)</a:t>
            </a:r>
            <a:endParaRPr lang="ko-KR" altLang="en-US" sz="500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ko-KR" altLang="en-US" sz="500" dirty="0"/>
              <a:t>남영동 → 원효로</a:t>
            </a:r>
            <a:r>
              <a:rPr lang="en-US" altLang="ko-KR" sz="500" dirty="0"/>
              <a:t>2</a:t>
            </a:r>
            <a:r>
              <a:rPr lang="ko-KR" altLang="en-US" sz="500" dirty="0"/>
              <a:t>가 </a:t>
            </a:r>
            <a:r>
              <a:rPr lang="en-US" altLang="ko-KR" sz="500" dirty="0"/>
              <a:t>(</a:t>
            </a:r>
            <a:r>
              <a:rPr lang="en-US" altLang="ko-KR" sz="500" b="1" dirty="0"/>
              <a:t>6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ko-KR" altLang="en-US" sz="500" dirty="0"/>
              <a:t>남영동 → 원효로</a:t>
            </a:r>
            <a:r>
              <a:rPr lang="en-US" altLang="ko-KR" sz="500" dirty="0"/>
              <a:t>3</a:t>
            </a:r>
            <a:r>
              <a:rPr lang="ko-KR" altLang="en-US" sz="500" dirty="0"/>
              <a:t>가 </a:t>
            </a:r>
            <a:r>
              <a:rPr lang="en-US" altLang="ko-KR" sz="500" dirty="0"/>
              <a:t>(</a:t>
            </a:r>
            <a:r>
              <a:rPr lang="en-US" altLang="ko-KR" sz="500" b="1" dirty="0"/>
              <a:t>8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500" b="1" dirty="0"/>
              <a:t>503 (interval 13</a:t>
            </a:r>
            <a:r>
              <a:rPr lang="ko-KR" altLang="en-US" sz="500" b="1" dirty="0"/>
              <a:t>분</a:t>
            </a:r>
            <a:r>
              <a:rPr lang="en-US" altLang="ko-KR" sz="500" b="1" dirty="0"/>
              <a:t>)</a:t>
            </a:r>
            <a:endParaRPr lang="ko-KR" altLang="en-US" sz="500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ko-KR" altLang="en-US" sz="500" dirty="0"/>
              <a:t>남영동 → 원효로</a:t>
            </a:r>
            <a:r>
              <a:rPr lang="en-US" altLang="ko-KR" sz="500" dirty="0"/>
              <a:t>2</a:t>
            </a:r>
            <a:r>
              <a:rPr lang="ko-KR" altLang="en-US" sz="500" dirty="0"/>
              <a:t>가 </a:t>
            </a:r>
            <a:r>
              <a:rPr lang="en-US" altLang="ko-KR" sz="500" dirty="0"/>
              <a:t>(</a:t>
            </a:r>
            <a:r>
              <a:rPr lang="en-US" altLang="ko-KR" sz="500" b="1" dirty="0"/>
              <a:t>6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ko-KR" altLang="en-US" sz="500" dirty="0"/>
              <a:t>남영동 → 원효로</a:t>
            </a:r>
            <a:r>
              <a:rPr lang="en-US" altLang="ko-KR" sz="500" dirty="0"/>
              <a:t>3</a:t>
            </a:r>
            <a:r>
              <a:rPr lang="ko-KR" altLang="en-US" sz="500" dirty="0"/>
              <a:t>가 </a:t>
            </a:r>
            <a:r>
              <a:rPr lang="en-US" altLang="ko-KR" sz="500" dirty="0"/>
              <a:t>(</a:t>
            </a:r>
            <a:r>
              <a:rPr lang="en-US" altLang="ko-KR" sz="500" b="1" dirty="0"/>
              <a:t>8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>
              <a:buNone/>
            </a:pPr>
            <a:br>
              <a:rPr lang="en-US" altLang="ko-KR" sz="500" dirty="0"/>
            </a:br>
            <a:endParaRPr lang="en-US" altLang="ko-KR" sz="500" dirty="0"/>
          </a:p>
          <a:p>
            <a:pPr>
              <a:buNone/>
            </a:pPr>
            <a:r>
              <a:rPr lang="ko-KR" altLang="en-US" sz="500" b="1" dirty="0"/>
              <a:t>용문시장 </a:t>
            </a:r>
            <a:r>
              <a:rPr lang="en-US" altLang="ko-KR" sz="500" b="1" dirty="0"/>
              <a:t>&amp; </a:t>
            </a:r>
            <a:r>
              <a:rPr lang="ko-KR" altLang="en-US" sz="500" b="1" dirty="0"/>
              <a:t>원효로</a:t>
            </a:r>
            <a:r>
              <a:rPr lang="en-US" altLang="ko-KR" sz="500" b="1" dirty="0"/>
              <a:t>2</a:t>
            </a:r>
            <a:r>
              <a:rPr lang="ko-KR" altLang="en-US" sz="500" b="1" dirty="0"/>
              <a:t>가 </a:t>
            </a:r>
            <a:r>
              <a:rPr lang="en-US" altLang="ko-KR" sz="500" b="1" dirty="0"/>
              <a:t>/ </a:t>
            </a:r>
            <a:r>
              <a:rPr lang="ko-KR" altLang="en-US" sz="500" b="1" dirty="0"/>
              <a:t>원효로</a:t>
            </a:r>
            <a:r>
              <a:rPr lang="en-US" altLang="ko-KR" sz="500" b="1" dirty="0"/>
              <a:t>3</a:t>
            </a:r>
            <a:r>
              <a:rPr lang="ko-KR" altLang="en-US" sz="500" b="1" dirty="0"/>
              <a:t>가 </a:t>
            </a:r>
            <a:r>
              <a:rPr lang="en-US" altLang="ko-KR" sz="500" b="1" dirty="0"/>
              <a:t>/ </a:t>
            </a:r>
            <a:r>
              <a:rPr lang="ko-KR" altLang="en-US" sz="500" b="1" dirty="0"/>
              <a:t>신창동</a:t>
            </a:r>
            <a:r>
              <a:rPr lang="en-US" altLang="ko-KR" sz="500" b="1" dirty="0"/>
              <a:t>: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500" b="1" dirty="0"/>
              <a:t>0017 (interval 13</a:t>
            </a:r>
            <a:r>
              <a:rPr lang="ko-KR" altLang="en-US" sz="500" b="1" dirty="0"/>
              <a:t>분</a:t>
            </a:r>
            <a:r>
              <a:rPr lang="en-US" altLang="ko-KR" sz="500" b="1" dirty="0"/>
              <a:t>)</a:t>
            </a:r>
            <a:endParaRPr lang="ko-KR" altLang="en-US" sz="5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/>
              <a:t>용문시장 → 신창동 </a:t>
            </a:r>
            <a:r>
              <a:rPr lang="en-US" altLang="ko-KR" sz="500" dirty="0"/>
              <a:t>(</a:t>
            </a:r>
            <a:r>
              <a:rPr lang="en-US" altLang="ko-KR" sz="500" b="1" dirty="0"/>
              <a:t>4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 err="1"/>
              <a:t>신용산역</a:t>
            </a:r>
            <a:r>
              <a:rPr lang="en-US" altLang="ko-KR" sz="500" dirty="0"/>
              <a:t>3</a:t>
            </a:r>
            <a:r>
              <a:rPr lang="ko-KR" altLang="en-US" sz="500" dirty="0" err="1"/>
              <a:t>번출구</a:t>
            </a:r>
            <a:r>
              <a:rPr lang="ko-KR" altLang="en-US" sz="500" dirty="0"/>
              <a:t> → 신창동 </a:t>
            </a:r>
            <a:r>
              <a:rPr lang="en-US" altLang="ko-KR" sz="500" dirty="0"/>
              <a:t>(</a:t>
            </a:r>
            <a:r>
              <a:rPr lang="en-US" altLang="ko-KR" sz="500" b="1" dirty="0"/>
              <a:t>12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 err="1"/>
              <a:t>한강대교북단</a:t>
            </a:r>
            <a:r>
              <a:rPr lang="ko-KR" altLang="en-US" sz="500" dirty="0"/>
              <a:t> → 성심여고 </a:t>
            </a:r>
            <a:r>
              <a:rPr lang="en-US" altLang="ko-KR" sz="500" dirty="0"/>
              <a:t>(</a:t>
            </a:r>
            <a:r>
              <a:rPr lang="en-US" altLang="ko-KR" sz="500" b="1" dirty="0"/>
              <a:t>13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 err="1"/>
              <a:t>용산역광장</a:t>
            </a:r>
            <a:r>
              <a:rPr lang="ko-KR" altLang="en-US" sz="500" dirty="0"/>
              <a:t> → 성심여고 </a:t>
            </a:r>
            <a:r>
              <a:rPr lang="en-US" altLang="ko-KR" sz="500" dirty="0"/>
              <a:t>(</a:t>
            </a:r>
            <a:r>
              <a:rPr lang="en-US" altLang="ko-KR" sz="500" b="1" dirty="0"/>
              <a:t>17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용문시장 → </a:t>
            </a:r>
            <a:r>
              <a:rPr lang="en-US" altLang="ko-KR" sz="500" dirty="0"/>
              <a:t>(</a:t>
            </a:r>
            <a:r>
              <a:rPr lang="ko-KR" altLang="en-US" sz="500" dirty="0"/>
              <a:t>도보</a:t>
            </a:r>
            <a:r>
              <a:rPr lang="en-US" altLang="ko-KR" sz="500" dirty="0"/>
              <a:t>) → </a:t>
            </a:r>
            <a:r>
              <a:rPr lang="ko-KR" altLang="en-US" sz="500" dirty="0"/>
              <a:t>목적지 </a:t>
            </a:r>
            <a:r>
              <a:rPr lang="en-US" altLang="ko-KR" sz="500" dirty="0"/>
              <a:t>(</a:t>
            </a:r>
            <a:r>
              <a:rPr lang="en-US" altLang="ko-KR" sz="500" b="1" dirty="0"/>
              <a:t>12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신창동 → </a:t>
            </a:r>
            <a:r>
              <a:rPr lang="en-US" altLang="ko-KR" sz="500" dirty="0"/>
              <a:t>(</a:t>
            </a:r>
            <a:r>
              <a:rPr lang="ko-KR" altLang="en-US" sz="500" dirty="0"/>
              <a:t>도보</a:t>
            </a:r>
            <a:r>
              <a:rPr lang="en-US" altLang="ko-KR" sz="500" dirty="0"/>
              <a:t>) → </a:t>
            </a:r>
            <a:r>
              <a:rPr lang="ko-KR" altLang="en-US" sz="500" dirty="0"/>
              <a:t>목적지 </a:t>
            </a:r>
            <a:r>
              <a:rPr lang="en-US" altLang="ko-KR" sz="500" dirty="0"/>
              <a:t>(</a:t>
            </a:r>
            <a:r>
              <a:rPr lang="en-US" altLang="ko-KR" sz="500" b="1" dirty="0"/>
              <a:t>2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원효로</a:t>
            </a:r>
            <a:r>
              <a:rPr lang="en-US" altLang="ko-KR" sz="500" dirty="0"/>
              <a:t>3</a:t>
            </a:r>
            <a:r>
              <a:rPr lang="ko-KR" altLang="en-US" sz="500" dirty="0"/>
              <a:t>가 → </a:t>
            </a:r>
            <a:r>
              <a:rPr lang="en-US" altLang="ko-KR" sz="500" dirty="0"/>
              <a:t>(</a:t>
            </a:r>
            <a:r>
              <a:rPr lang="ko-KR" altLang="en-US" sz="500" dirty="0"/>
              <a:t>도보</a:t>
            </a:r>
            <a:r>
              <a:rPr lang="en-US" altLang="ko-KR" sz="500" dirty="0"/>
              <a:t>) → </a:t>
            </a:r>
            <a:r>
              <a:rPr lang="ko-KR" altLang="en-US" sz="500" dirty="0"/>
              <a:t>목적지 </a:t>
            </a:r>
            <a:r>
              <a:rPr lang="en-US" altLang="ko-KR" sz="500" dirty="0"/>
              <a:t>(</a:t>
            </a:r>
            <a:r>
              <a:rPr lang="en-US" altLang="ko-KR" sz="500" b="1" dirty="0"/>
              <a:t>7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원효로</a:t>
            </a:r>
            <a:r>
              <a:rPr lang="en-US" altLang="ko-KR" sz="500" dirty="0"/>
              <a:t>2</a:t>
            </a:r>
            <a:r>
              <a:rPr lang="ko-KR" altLang="en-US" sz="500" dirty="0"/>
              <a:t>가 → </a:t>
            </a:r>
            <a:r>
              <a:rPr lang="en-US" altLang="ko-KR" sz="500" dirty="0"/>
              <a:t>(</a:t>
            </a:r>
            <a:r>
              <a:rPr lang="ko-KR" altLang="en-US" sz="500" dirty="0"/>
              <a:t>도보</a:t>
            </a:r>
            <a:r>
              <a:rPr lang="en-US" altLang="ko-KR" sz="500" dirty="0"/>
              <a:t>2</a:t>
            </a:r>
            <a:r>
              <a:rPr lang="ko-KR" altLang="en-US" sz="500" dirty="0"/>
              <a:t>분</a:t>
            </a:r>
            <a:r>
              <a:rPr lang="en-US" altLang="ko-KR" sz="500" dirty="0"/>
              <a:t>) → </a:t>
            </a:r>
            <a:r>
              <a:rPr lang="ko-KR" altLang="en-US" sz="500" dirty="0"/>
              <a:t>용문시장 → </a:t>
            </a:r>
            <a:r>
              <a:rPr lang="en-US" altLang="ko-KR" sz="500" dirty="0"/>
              <a:t>(0017 </a:t>
            </a:r>
            <a:r>
              <a:rPr lang="ko-KR" altLang="en-US" sz="500" dirty="0"/>
              <a:t>또는 도보</a:t>
            </a:r>
            <a:r>
              <a:rPr lang="en-US" altLang="ko-KR" sz="500" dirty="0"/>
              <a:t>)</a:t>
            </a:r>
          </a:p>
          <a:p>
            <a:pPr>
              <a:buNone/>
            </a:pPr>
            <a:br>
              <a:rPr lang="en-US" altLang="ko-KR" sz="500" dirty="0"/>
            </a:br>
            <a:endParaRPr lang="en-US" altLang="ko-KR" sz="500" dirty="0"/>
          </a:p>
          <a:p>
            <a:pPr>
              <a:buNone/>
            </a:pPr>
            <a:r>
              <a:rPr lang="ko-KR" altLang="en-US" sz="500" b="1" dirty="0"/>
              <a:t>숙명여대 </a:t>
            </a:r>
            <a:r>
              <a:rPr lang="en-US" altLang="ko-KR" sz="500" b="1" dirty="0"/>
              <a:t>/ </a:t>
            </a:r>
            <a:r>
              <a:rPr lang="ko-KR" altLang="en-US" sz="500" b="1" dirty="0"/>
              <a:t>청파동 </a:t>
            </a:r>
            <a:r>
              <a:rPr lang="en-US" altLang="ko-KR" sz="500" b="1" dirty="0"/>
              <a:t>/ </a:t>
            </a:r>
            <a:r>
              <a:rPr lang="ko-KR" altLang="en-US" sz="500" b="1" dirty="0"/>
              <a:t>효창공원 쪽</a:t>
            </a:r>
            <a:r>
              <a:rPr lang="en-US" altLang="ko-KR" sz="500" b="1" dirty="0"/>
              <a:t>: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500" dirty="0"/>
              <a:t>400: </a:t>
            </a:r>
            <a:r>
              <a:rPr lang="ko-KR" altLang="en-US" sz="500" dirty="0"/>
              <a:t>후암시장 → 숙명여대입구 </a:t>
            </a:r>
            <a:r>
              <a:rPr lang="en-US" altLang="ko-KR" sz="500" dirty="0"/>
              <a:t>(</a:t>
            </a:r>
            <a:r>
              <a:rPr lang="en-US" altLang="ko-KR" sz="500" b="1" dirty="0"/>
              <a:t>6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/>
              <a:t>숙명여대입구 → 청파동주민센터 </a:t>
            </a:r>
            <a:r>
              <a:rPr lang="en-US" altLang="ko-KR" sz="500" dirty="0"/>
              <a:t>(</a:t>
            </a:r>
            <a:r>
              <a:rPr lang="ko-KR" altLang="en-US" sz="500" b="1" dirty="0"/>
              <a:t>도보</a:t>
            </a:r>
            <a:r>
              <a:rPr lang="en-US" altLang="ko-KR" sz="500" b="1" dirty="0"/>
              <a:t>3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500" b="1" dirty="0"/>
              <a:t>262 (interval 10</a:t>
            </a:r>
            <a:r>
              <a:rPr lang="ko-KR" altLang="en-US" sz="500" b="1" dirty="0"/>
              <a:t>분</a:t>
            </a:r>
            <a:r>
              <a:rPr lang="en-US" altLang="ko-KR" sz="500" b="1" dirty="0"/>
              <a:t>)</a:t>
            </a:r>
            <a:endParaRPr lang="ko-KR" altLang="en-US" sz="500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ko-KR" altLang="en-US" sz="500" dirty="0"/>
              <a:t>청파동주민센터 → 원효로</a:t>
            </a:r>
            <a:r>
              <a:rPr lang="en-US" altLang="ko-KR" sz="500" dirty="0"/>
              <a:t>3</a:t>
            </a:r>
            <a:r>
              <a:rPr lang="ko-KR" altLang="en-US" sz="500" dirty="0"/>
              <a:t>가 </a:t>
            </a:r>
            <a:r>
              <a:rPr lang="en-US" altLang="ko-KR" sz="500" dirty="0"/>
              <a:t>(</a:t>
            </a:r>
            <a:r>
              <a:rPr lang="en-US" altLang="ko-KR" sz="500" b="1" dirty="0"/>
              <a:t>7</a:t>
            </a:r>
            <a:r>
              <a:rPr lang="ko-KR" altLang="en-US" sz="500" b="1" dirty="0"/>
              <a:t>분</a:t>
            </a:r>
            <a:r>
              <a:rPr lang="en-US" altLang="ko-KR" sz="500" dirty="0"/>
              <a:t>) → </a:t>
            </a:r>
            <a:r>
              <a:rPr lang="ko-KR" altLang="en-US" sz="500" dirty="0"/>
              <a:t>목적지 도보 </a:t>
            </a:r>
            <a:r>
              <a:rPr lang="en-US" altLang="ko-KR" sz="500" dirty="0"/>
              <a:t>7</a:t>
            </a:r>
            <a:r>
              <a:rPr lang="ko-KR" altLang="en-US" sz="500" dirty="0"/>
              <a:t>분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500" dirty="0"/>
              <a:t>400: </a:t>
            </a:r>
            <a:r>
              <a:rPr lang="ko-KR" altLang="en-US" sz="500" dirty="0"/>
              <a:t>후암시장 → </a:t>
            </a:r>
            <a:r>
              <a:rPr lang="ko-KR" altLang="en-US" sz="500" dirty="0" err="1"/>
              <a:t>숙명여대후문</a:t>
            </a:r>
            <a:r>
              <a:rPr lang="ko-KR" altLang="en-US" sz="500" dirty="0"/>
              <a:t> </a:t>
            </a:r>
            <a:r>
              <a:rPr lang="en-US" altLang="ko-KR" sz="500" dirty="0"/>
              <a:t>(</a:t>
            </a:r>
            <a:r>
              <a:rPr lang="en-US" altLang="ko-KR" sz="500" b="1" dirty="0"/>
              <a:t>9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500" b="1" dirty="0"/>
              <a:t>0411 (interval 14</a:t>
            </a:r>
            <a:r>
              <a:rPr lang="ko-KR" altLang="en-US" sz="500" b="1" dirty="0"/>
              <a:t>분</a:t>
            </a:r>
            <a:r>
              <a:rPr lang="en-US" altLang="ko-KR" sz="500" b="1" dirty="0"/>
              <a:t>)</a:t>
            </a:r>
            <a:endParaRPr lang="ko-KR" altLang="en-US" sz="500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ko-KR" altLang="en-US" sz="500" dirty="0" err="1"/>
              <a:t>숙명여대후문</a:t>
            </a:r>
            <a:r>
              <a:rPr lang="ko-KR" altLang="en-US" sz="500" dirty="0"/>
              <a:t> → 원효로</a:t>
            </a:r>
            <a:r>
              <a:rPr lang="en-US" altLang="ko-KR" sz="500" dirty="0"/>
              <a:t>3</a:t>
            </a:r>
            <a:r>
              <a:rPr lang="ko-KR" altLang="en-US" sz="500" dirty="0"/>
              <a:t>가 </a:t>
            </a:r>
            <a:r>
              <a:rPr lang="en-US" altLang="ko-KR" sz="500" dirty="0"/>
              <a:t>(</a:t>
            </a:r>
            <a:r>
              <a:rPr lang="en-US" altLang="ko-KR" sz="500" b="1" dirty="0"/>
              <a:t>12</a:t>
            </a:r>
            <a:r>
              <a:rPr lang="ko-KR" altLang="en-US" sz="500" b="1" dirty="0"/>
              <a:t>분</a:t>
            </a:r>
            <a:r>
              <a:rPr lang="en-US" altLang="ko-KR" sz="500" dirty="0"/>
              <a:t>) → </a:t>
            </a:r>
            <a:r>
              <a:rPr lang="ko-KR" altLang="en-US" sz="500" dirty="0"/>
              <a:t>목적지 도보 </a:t>
            </a:r>
            <a:r>
              <a:rPr lang="en-US" altLang="ko-KR" sz="500" dirty="0"/>
              <a:t>7</a:t>
            </a:r>
            <a:r>
              <a:rPr lang="ko-KR" altLang="en-US" sz="500" dirty="0"/>
              <a:t>분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500" dirty="0"/>
              <a:t>400: </a:t>
            </a:r>
            <a:r>
              <a:rPr lang="ko-KR" altLang="en-US" sz="500" dirty="0"/>
              <a:t>후암시장 → 효창공원역 </a:t>
            </a:r>
            <a:r>
              <a:rPr lang="en-US" altLang="ko-KR" sz="500" dirty="0"/>
              <a:t>(</a:t>
            </a:r>
            <a:r>
              <a:rPr lang="en-US" altLang="ko-KR" sz="500" b="1" dirty="0"/>
              <a:t>16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/>
              <a:t>효창공원역 → 목적지 도보 </a:t>
            </a:r>
            <a:r>
              <a:rPr lang="en-US" altLang="ko-KR" sz="500" dirty="0"/>
              <a:t>15</a:t>
            </a:r>
            <a:r>
              <a:rPr lang="ko-KR" altLang="en-US" sz="500" dirty="0"/>
              <a:t>분</a:t>
            </a:r>
          </a:p>
          <a:p>
            <a:pPr>
              <a:buNone/>
            </a:pPr>
            <a:br>
              <a:rPr lang="ko-KR" altLang="en-US" sz="500" dirty="0"/>
            </a:br>
            <a:endParaRPr lang="ko-KR" altLang="en-US" sz="500" dirty="0"/>
          </a:p>
          <a:p>
            <a:pPr>
              <a:buNone/>
            </a:pPr>
            <a:r>
              <a:rPr lang="ko-KR" altLang="en-US" sz="500" b="1" dirty="0" err="1"/>
              <a:t>신용산</a:t>
            </a:r>
            <a:r>
              <a:rPr lang="ko-KR" altLang="en-US" sz="500" b="1" dirty="0"/>
              <a:t> </a:t>
            </a:r>
            <a:r>
              <a:rPr lang="en-US" altLang="ko-KR" sz="500" b="1" dirty="0"/>
              <a:t>/ </a:t>
            </a:r>
            <a:r>
              <a:rPr lang="ko-KR" altLang="en-US" sz="500" b="1" dirty="0"/>
              <a:t>한강대교 </a:t>
            </a:r>
            <a:r>
              <a:rPr lang="en-US" altLang="ko-KR" sz="500" b="1" dirty="0"/>
              <a:t>/ </a:t>
            </a:r>
            <a:r>
              <a:rPr lang="ko-KR" altLang="en-US" sz="500" b="1" dirty="0"/>
              <a:t>용산역 </a:t>
            </a:r>
            <a:r>
              <a:rPr lang="en-US" altLang="ko-KR" sz="500" b="1" dirty="0"/>
              <a:t>/ </a:t>
            </a:r>
            <a:r>
              <a:rPr lang="ko-KR" altLang="en-US" sz="500" b="1" dirty="0"/>
              <a:t>성심여고 쪽</a:t>
            </a:r>
            <a:r>
              <a:rPr lang="en-US" altLang="ko-KR" sz="500" b="1" dirty="0"/>
              <a:t>: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500" dirty="0"/>
              <a:t>605: </a:t>
            </a:r>
            <a:r>
              <a:rPr lang="ko-KR" altLang="en-US" sz="500" dirty="0"/>
              <a:t>후암시장 → </a:t>
            </a:r>
            <a:r>
              <a:rPr lang="ko-KR" altLang="en-US" sz="500" dirty="0" err="1"/>
              <a:t>신용산역</a:t>
            </a:r>
            <a:r>
              <a:rPr lang="en-US" altLang="ko-KR" sz="500" dirty="0"/>
              <a:t>(</a:t>
            </a:r>
            <a:r>
              <a:rPr lang="ko-KR" altLang="en-US" sz="500" dirty="0"/>
              <a:t>중앙</a:t>
            </a:r>
            <a:r>
              <a:rPr lang="en-US" altLang="ko-KR" sz="500" dirty="0"/>
              <a:t>) (</a:t>
            </a:r>
            <a:r>
              <a:rPr lang="en-US" altLang="ko-KR" sz="500" b="1" dirty="0"/>
              <a:t>11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 err="1"/>
              <a:t>신용산역</a:t>
            </a:r>
            <a:r>
              <a:rPr lang="en-US" altLang="ko-KR" sz="500" dirty="0"/>
              <a:t>(</a:t>
            </a:r>
            <a:r>
              <a:rPr lang="ko-KR" altLang="en-US" sz="500" dirty="0"/>
              <a:t>중앙</a:t>
            </a:r>
            <a:r>
              <a:rPr lang="en-US" altLang="ko-KR" sz="500" dirty="0"/>
              <a:t>) → </a:t>
            </a:r>
            <a:r>
              <a:rPr lang="ko-KR" altLang="en-US" sz="500" dirty="0" err="1"/>
              <a:t>신용산역</a:t>
            </a:r>
            <a:r>
              <a:rPr lang="en-US" altLang="ko-KR" sz="500" dirty="0"/>
              <a:t>3</a:t>
            </a:r>
            <a:r>
              <a:rPr lang="ko-KR" altLang="en-US" sz="500" dirty="0" err="1"/>
              <a:t>번출구</a:t>
            </a:r>
            <a:r>
              <a:rPr lang="ko-KR" altLang="en-US" sz="500" dirty="0"/>
              <a:t> </a:t>
            </a:r>
            <a:r>
              <a:rPr lang="en-US" altLang="ko-KR" sz="500" dirty="0"/>
              <a:t>(</a:t>
            </a:r>
            <a:r>
              <a:rPr lang="ko-KR" altLang="en-US" sz="500" b="1" dirty="0"/>
              <a:t>도보</a:t>
            </a:r>
            <a:r>
              <a:rPr lang="en-US" altLang="ko-KR" sz="500" b="1" dirty="0"/>
              <a:t>2</a:t>
            </a:r>
            <a:r>
              <a:rPr lang="ko-KR" altLang="en-US" sz="500" b="1" dirty="0"/>
              <a:t>분</a:t>
            </a:r>
            <a:r>
              <a:rPr lang="en-US" altLang="ko-KR" sz="500" dirty="0"/>
              <a:t>) → 0017 → </a:t>
            </a:r>
            <a:r>
              <a:rPr lang="ko-KR" altLang="en-US" sz="500" dirty="0"/>
              <a:t>신창동</a:t>
            </a:r>
            <a:r>
              <a:rPr lang="en-US" altLang="ko-KR" sz="500" dirty="0"/>
              <a:t>(12</a:t>
            </a:r>
            <a:r>
              <a:rPr lang="ko-KR" altLang="en-US" sz="500" dirty="0"/>
              <a:t>분</a:t>
            </a:r>
            <a:r>
              <a:rPr lang="en-US" altLang="ko-KR" sz="500" dirty="0"/>
              <a:t>) → </a:t>
            </a:r>
            <a:r>
              <a:rPr lang="ko-KR" altLang="en-US" sz="500" dirty="0"/>
              <a:t>목적지</a:t>
            </a:r>
            <a:r>
              <a:rPr lang="en-US" altLang="ko-KR" sz="500" dirty="0"/>
              <a:t>(2</a:t>
            </a:r>
            <a:r>
              <a:rPr lang="ko-KR" altLang="en-US" sz="500" dirty="0"/>
              <a:t>분</a:t>
            </a:r>
            <a:r>
              <a:rPr lang="en-US" altLang="ko-KR" sz="5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 err="1"/>
              <a:t>신용산역</a:t>
            </a:r>
            <a:r>
              <a:rPr lang="en-US" altLang="ko-KR" sz="500" dirty="0"/>
              <a:t>(</a:t>
            </a:r>
            <a:r>
              <a:rPr lang="ko-KR" altLang="en-US" sz="500" dirty="0"/>
              <a:t>중앙</a:t>
            </a:r>
            <a:r>
              <a:rPr lang="en-US" altLang="ko-KR" sz="500" dirty="0"/>
              <a:t>) → </a:t>
            </a:r>
            <a:r>
              <a:rPr lang="ko-KR" altLang="en-US" sz="500" dirty="0" err="1"/>
              <a:t>용산역광장</a:t>
            </a:r>
            <a:r>
              <a:rPr lang="ko-KR" altLang="en-US" sz="500" dirty="0"/>
              <a:t> </a:t>
            </a:r>
            <a:r>
              <a:rPr lang="en-US" altLang="ko-KR" sz="500" dirty="0"/>
              <a:t>(</a:t>
            </a:r>
            <a:r>
              <a:rPr lang="ko-KR" altLang="en-US" sz="500" b="1" dirty="0"/>
              <a:t>도보</a:t>
            </a:r>
            <a:r>
              <a:rPr lang="en-US" altLang="ko-KR" sz="500" b="1" dirty="0"/>
              <a:t>2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altLang="ko-KR" sz="500" b="1" dirty="0"/>
              <a:t>5012 (interval 13</a:t>
            </a:r>
            <a:r>
              <a:rPr lang="ko-KR" altLang="en-US" sz="500" b="1" dirty="0"/>
              <a:t>분</a:t>
            </a:r>
            <a:r>
              <a:rPr lang="en-US" altLang="ko-KR" sz="500" b="1" dirty="0"/>
              <a:t>)</a:t>
            </a:r>
            <a:r>
              <a:rPr lang="ko-KR" altLang="en-US" sz="500" dirty="0"/>
              <a:t> </a:t>
            </a:r>
            <a:r>
              <a:rPr lang="en-US" altLang="ko-KR" sz="500" dirty="0"/>
              <a:t>: </a:t>
            </a:r>
            <a:r>
              <a:rPr lang="ko-KR" altLang="en-US" sz="500" dirty="0" err="1"/>
              <a:t>용산역광장</a:t>
            </a:r>
            <a:r>
              <a:rPr lang="ko-KR" altLang="en-US" sz="500" dirty="0"/>
              <a:t> → </a:t>
            </a:r>
            <a:r>
              <a:rPr lang="ko-KR" altLang="en-US" sz="500" dirty="0" err="1"/>
              <a:t>원효대교북단</a:t>
            </a:r>
            <a:r>
              <a:rPr lang="en-US" altLang="ko-KR" sz="500" dirty="0"/>
              <a:t>(6</a:t>
            </a:r>
            <a:r>
              <a:rPr lang="ko-KR" altLang="en-US" sz="500" dirty="0"/>
              <a:t>분</a:t>
            </a:r>
            <a:r>
              <a:rPr lang="en-US" altLang="ko-KR" sz="500" dirty="0"/>
              <a:t>) → </a:t>
            </a:r>
            <a:r>
              <a:rPr lang="ko-KR" altLang="en-US" sz="500" dirty="0"/>
              <a:t>목적지 도보</a:t>
            </a:r>
            <a:r>
              <a:rPr lang="en-US" altLang="ko-KR" sz="500" dirty="0"/>
              <a:t>10</a:t>
            </a:r>
            <a:r>
              <a:rPr lang="ko-KR" altLang="en-US" sz="500" dirty="0"/>
              <a:t>분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altLang="ko-KR" sz="500" dirty="0"/>
              <a:t>0017 : </a:t>
            </a:r>
            <a:r>
              <a:rPr lang="ko-KR" altLang="en-US" sz="500" dirty="0" err="1"/>
              <a:t>용산역광장</a:t>
            </a:r>
            <a:r>
              <a:rPr lang="ko-KR" altLang="en-US" sz="500" dirty="0"/>
              <a:t> → 성심여고</a:t>
            </a:r>
            <a:r>
              <a:rPr lang="en-US" altLang="ko-KR" sz="500" dirty="0"/>
              <a:t>(17</a:t>
            </a:r>
            <a:r>
              <a:rPr lang="ko-KR" altLang="en-US" sz="500" dirty="0"/>
              <a:t>분</a:t>
            </a:r>
            <a:r>
              <a:rPr lang="en-US" altLang="ko-KR" sz="500" dirty="0"/>
              <a:t>) → </a:t>
            </a:r>
            <a:r>
              <a:rPr lang="ko-KR" altLang="en-US" sz="500" dirty="0"/>
              <a:t>목적지 도보</a:t>
            </a:r>
            <a:r>
              <a:rPr lang="en-US" altLang="ko-KR" sz="500" dirty="0"/>
              <a:t>1</a:t>
            </a:r>
            <a:r>
              <a:rPr lang="ko-KR" altLang="en-US" sz="500" dirty="0"/>
              <a:t>분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500" dirty="0"/>
              <a:t>605: </a:t>
            </a:r>
            <a:r>
              <a:rPr lang="ko-KR" altLang="en-US" sz="500" dirty="0"/>
              <a:t>후암시장 → </a:t>
            </a:r>
            <a:r>
              <a:rPr lang="ko-KR" altLang="en-US" sz="500" dirty="0" err="1"/>
              <a:t>한강대교북단</a:t>
            </a:r>
            <a:r>
              <a:rPr lang="en-US" altLang="ko-KR" sz="500" dirty="0"/>
              <a:t>(LGU+) (</a:t>
            </a:r>
            <a:r>
              <a:rPr lang="en-US" altLang="ko-KR" sz="500" b="1" dirty="0"/>
              <a:t>13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 err="1"/>
              <a:t>한강대교북단</a:t>
            </a:r>
            <a:r>
              <a:rPr lang="en-US" altLang="ko-KR" sz="500" dirty="0"/>
              <a:t>(LGU+) → </a:t>
            </a:r>
            <a:r>
              <a:rPr lang="ko-KR" altLang="en-US" sz="500" dirty="0" err="1"/>
              <a:t>한강대교북단</a:t>
            </a:r>
            <a:r>
              <a:rPr lang="en-US" altLang="ko-KR" sz="500" dirty="0"/>
              <a:t>(</a:t>
            </a:r>
            <a:r>
              <a:rPr lang="ko-KR" altLang="en-US" sz="500" b="1" dirty="0"/>
              <a:t>도보</a:t>
            </a:r>
            <a:r>
              <a:rPr lang="en-US" altLang="ko-KR" sz="500" b="1" dirty="0"/>
              <a:t>2</a:t>
            </a:r>
            <a:r>
              <a:rPr lang="ko-KR" altLang="en-US" sz="500" b="1" dirty="0"/>
              <a:t>분</a:t>
            </a:r>
            <a:r>
              <a:rPr lang="en-US" altLang="ko-KR" sz="500" dirty="0"/>
              <a:t>) → 0017 → </a:t>
            </a:r>
            <a:r>
              <a:rPr lang="ko-KR" altLang="en-US" sz="500" dirty="0"/>
              <a:t>성심여고</a:t>
            </a:r>
            <a:r>
              <a:rPr lang="en-US" altLang="ko-KR" sz="500" dirty="0"/>
              <a:t>(13</a:t>
            </a:r>
            <a:r>
              <a:rPr lang="ko-KR" altLang="en-US" sz="500" dirty="0"/>
              <a:t>분</a:t>
            </a:r>
            <a:r>
              <a:rPr lang="en-US" altLang="ko-KR" sz="500" dirty="0"/>
              <a:t>) → </a:t>
            </a:r>
            <a:r>
              <a:rPr lang="ko-KR" altLang="en-US" sz="500" dirty="0"/>
              <a:t>목적지</a:t>
            </a:r>
            <a:r>
              <a:rPr lang="en-US" altLang="ko-KR" sz="500" dirty="0"/>
              <a:t>(1</a:t>
            </a:r>
            <a:r>
              <a:rPr lang="ko-KR" altLang="en-US" sz="500" dirty="0"/>
              <a:t>분</a:t>
            </a:r>
          </a:p>
        </p:txBody>
      </p:sp>
    </p:spTree>
    <p:extLst>
      <p:ext uri="{BB962C8B-B14F-4D97-AF65-F5344CB8AC3E}">
        <p14:creationId xmlns:p14="http://schemas.microsoft.com/office/powerpoint/2010/main" val="1142439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B00A1-BDD7-DC4A-7262-985EC2226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26E1E01-0146-0022-F22C-76D98B1DC6CD}"/>
              </a:ext>
            </a:extLst>
          </p:cNvPr>
          <p:cNvSpPr txBox="1"/>
          <p:nvPr/>
        </p:nvSpPr>
        <p:spPr>
          <a:xfrm>
            <a:off x="8518256" y="112707"/>
            <a:ext cx="3787398" cy="6632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500" b="1" dirty="0"/>
              <a:t>🏠 출발지 </a:t>
            </a:r>
            <a:r>
              <a:rPr lang="en-US" altLang="ko-KR" sz="500" b="1" dirty="0"/>
              <a:t>&amp; </a:t>
            </a:r>
            <a:r>
              <a:rPr lang="ko-KR" altLang="en-US" sz="500" b="1" dirty="0"/>
              <a:t>최종 목적지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출발지</a:t>
            </a:r>
            <a:r>
              <a:rPr lang="en-US" altLang="ko-KR" sz="500" dirty="0"/>
              <a:t>: </a:t>
            </a:r>
            <a:r>
              <a:rPr lang="ko-KR" altLang="en-US" sz="500" dirty="0">
                <a:latin typeface="Courier New" panose="02070309020205020404" pitchFamily="49" charset="0"/>
              </a:rPr>
              <a:t>집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최종 목적지</a:t>
            </a:r>
            <a:r>
              <a:rPr lang="en-US" altLang="ko-KR" sz="500" dirty="0"/>
              <a:t>: </a:t>
            </a:r>
            <a:r>
              <a:rPr lang="ko-KR" altLang="en-US" sz="500" dirty="0">
                <a:latin typeface="Courier New" panose="02070309020205020404" pitchFamily="49" charset="0"/>
              </a:rPr>
              <a:t>목적지</a:t>
            </a:r>
            <a:endParaRPr lang="en-US" altLang="ko-KR" sz="500" dirty="0">
              <a:latin typeface="Courier New" panose="02070309020205020404" pitchFamily="49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ko-KR" altLang="en-US" sz="500" dirty="0"/>
          </a:p>
          <a:p>
            <a:pPr>
              <a:buNone/>
            </a:pPr>
            <a:r>
              <a:rPr lang="ko-KR" altLang="en-US" sz="500" b="1" dirty="0"/>
              <a:t>🚶 도보 이동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집 → 후암시장 </a:t>
            </a:r>
            <a:r>
              <a:rPr lang="en-US" altLang="ko-KR" sz="500" dirty="0"/>
              <a:t>: </a:t>
            </a:r>
            <a:r>
              <a:rPr lang="en-US" altLang="ko-KR" sz="500" b="1" dirty="0"/>
              <a:t>3</a:t>
            </a:r>
            <a:r>
              <a:rPr lang="ko-KR" altLang="en-US" sz="500" b="1" dirty="0"/>
              <a:t>분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남영우체국 → 갈월동사회복지회관 </a:t>
            </a:r>
            <a:r>
              <a:rPr lang="en-US" altLang="ko-KR" sz="500" dirty="0"/>
              <a:t>: </a:t>
            </a:r>
            <a:r>
              <a:rPr lang="en-US" altLang="ko-KR" sz="500" b="1" dirty="0"/>
              <a:t>1</a:t>
            </a:r>
            <a:r>
              <a:rPr lang="ko-KR" altLang="en-US" sz="500" b="1" dirty="0"/>
              <a:t>분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용문시장 → 목적지 </a:t>
            </a:r>
            <a:r>
              <a:rPr lang="en-US" altLang="ko-KR" sz="500" dirty="0"/>
              <a:t>: </a:t>
            </a:r>
            <a:r>
              <a:rPr lang="en-US" altLang="ko-KR" sz="500" b="1" dirty="0"/>
              <a:t>12</a:t>
            </a:r>
            <a:r>
              <a:rPr lang="ko-KR" altLang="en-US" sz="500" b="1" dirty="0"/>
              <a:t>분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신창동 → 목적지 </a:t>
            </a:r>
            <a:r>
              <a:rPr lang="en-US" altLang="ko-KR" sz="500" dirty="0"/>
              <a:t>: </a:t>
            </a:r>
            <a:r>
              <a:rPr lang="en-US" altLang="ko-KR" sz="500" b="1" dirty="0"/>
              <a:t>2</a:t>
            </a:r>
            <a:r>
              <a:rPr lang="ko-KR" altLang="en-US" sz="500" b="1" dirty="0"/>
              <a:t>분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원효로</a:t>
            </a:r>
            <a:r>
              <a:rPr lang="en-US" altLang="ko-KR" sz="500" dirty="0"/>
              <a:t>3</a:t>
            </a:r>
            <a:r>
              <a:rPr lang="ko-KR" altLang="en-US" sz="500" dirty="0"/>
              <a:t>가 → 목적지 </a:t>
            </a:r>
            <a:r>
              <a:rPr lang="en-US" altLang="ko-KR" sz="500" dirty="0"/>
              <a:t>: </a:t>
            </a:r>
            <a:r>
              <a:rPr lang="en-US" altLang="ko-KR" sz="500" b="1" dirty="0"/>
              <a:t>7</a:t>
            </a:r>
            <a:r>
              <a:rPr lang="ko-KR" altLang="en-US" sz="500" b="1" dirty="0"/>
              <a:t>분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효창공원역 → 목적지 </a:t>
            </a:r>
            <a:r>
              <a:rPr lang="en-US" altLang="ko-KR" sz="500" dirty="0"/>
              <a:t>: </a:t>
            </a:r>
            <a:r>
              <a:rPr lang="en-US" altLang="ko-KR" sz="500" b="1" dirty="0"/>
              <a:t>15</a:t>
            </a:r>
            <a:r>
              <a:rPr lang="ko-KR" altLang="en-US" sz="500" b="1" dirty="0"/>
              <a:t>분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 err="1"/>
              <a:t>신용산역</a:t>
            </a:r>
            <a:r>
              <a:rPr lang="en-US" altLang="ko-KR" sz="500" dirty="0"/>
              <a:t>(</a:t>
            </a:r>
            <a:r>
              <a:rPr lang="ko-KR" altLang="en-US" sz="500" dirty="0"/>
              <a:t>중앙</a:t>
            </a:r>
            <a:r>
              <a:rPr lang="en-US" altLang="ko-KR" sz="500" dirty="0"/>
              <a:t>) → </a:t>
            </a:r>
            <a:r>
              <a:rPr lang="ko-KR" altLang="en-US" sz="500" dirty="0" err="1"/>
              <a:t>신용산역</a:t>
            </a:r>
            <a:r>
              <a:rPr lang="en-US" altLang="ko-KR" sz="500" dirty="0"/>
              <a:t>3</a:t>
            </a:r>
            <a:r>
              <a:rPr lang="ko-KR" altLang="en-US" sz="500" dirty="0" err="1"/>
              <a:t>번출구</a:t>
            </a:r>
            <a:r>
              <a:rPr lang="ko-KR" altLang="en-US" sz="500" dirty="0"/>
              <a:t> </a:t>
            </a:r>
            <a:r>
              <a:rPr lang="en-US" altLang="ko-KR" sz="500" dirty="0"/>
              <a:t>: </a:t>
            </a:r>
            <a:r>
              <a:rPr lang="en-US" altLang="ko-KR" sz="500" b="1" dirty="0"/>
              <a:t>2</a:t>
            </a:r>
            <a:r>
              <a:rPr lang="ko-KR" altLang="en-US" sz="500" b="1" dirty="0"/>
              <a:t>분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 err="1"/>
              <a:t>신용산역</a:t>
            </a:r>
            <a:r>
              <a:rPr lang="en-US" altLang="ko-KR" sz="500" dirty="0"/>
              <a:t>(</a:t>
            </a:r>
            <a:r>
              <a:rPr lang="ko-KR" altLang="en-US" sz="500" dirty="0"/>
              <a:t>중앙</a:t>
            </a:r>
            <a:r>
              <a:rPr lang="en-US" altLang="ko-KR" sz="500" dirty="0"/>
              <a:t>) → </a:t>
            </a:r>
            <a:r>
              <a:rPr lang="ko-KR" altLang="en-US" sz="500" dirty="0" err="1"/>
              <a:t>용산역광장</a:t>
            </a:r>
            <a:r>
              <a:rPr lang="ko-KR" altLang="en-US" sz="500" dirty="0"/>
              <a:t> </a:t>
            </a:r>
            <a:r>
              <a:rPr lang="en-US" altLang="ko-KR" sz="500" dirty="0"/>
              <a:t>: </a:t>
            </a:r>
            <a:r>
              <a:rPr lang="en-US" altLang="ko-KR" sz="500" b="1" dirty="0"/>
              <a:t>2</a:t>
            </a:r>
            <a:r>
              <a:rPr lang="ko-KR" altLang="en-US" sz="500" b="1" dirty="0"/>
              <a:t>분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 err="1"/>
              <a:t>한강대교북단</a:t>
            </a:r>
            <a:r>
              <a:rPr lang="en-US" altLang="ko-KR" sz="500" dirty="0"/>
              <a:t>(LGU+) → </a:t>
            </a:r>
            <a:r>
              <a:rPr lang="ko-KR" altLang="en-US" sz="500" dirty="0" err="1"/>
              <a:t>한강대교북단</a:t>
            </a:r>
            <a:r>
              <a:rPr lang="ko-KR" altLang="en-US" sz="500" dirty="0"/>
              <a:t> </a:t>
            </a:r>
            <a:r>
              <a:rPr lang="en-US" altLang="ko-KR" sz="500" dirty="0"/>
              <a:t>: </a:t>
            </a:r>
            <a:r>
              <a:rPr lang="en-US" altLang="ko-KR" sz="500" b="1" dirty="0"/>
              <a:t>2</a:t>
            </a:r>
            <a:r>
              <a:rPr lang="ko-KR" altLang="en-US" sz="500" b="1" dirty="0"/>
              <a:t>분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원효로</a:t>
            </a:r>
            <a:r>
              <a:rPr lang="en-US" altLang="ko-KR" sz="500" dirty="0"/>
              <a:t>2</a:t>
            </a:r>
            <a:r>
              <a:rPr lang="ko-KR" altLang="en-US" sz="500" dirty="0"/>
              <a:t>가 → 용문시장 </a:t>
            </a:r>
            <a:r>
              <a:rPr lang="en-US" altLang="ko-KR" sz="500" dirty="0"/>
              <a:t>: </a:t>
            </a:r>
            <a:r>
              <a:rPr lang="en-US" altLang="ko-KR" sz="500" b="1" dirty="0"/>
              <a:t>2</a:t>
            </a:r>
            <a:r>
              <a:rPr lang="ko-KR" altLang="en-US" sz="500" b="1" dirty="0"/>
              <a:t>분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숙명여대입구 → 청파동주민센터 </a:t>
            </a:r>
            <a:r>
              <a:rPr lang="en-US" altLang="ko-KR" sz="500" dirty="0"/>
              <a:t>: </a:t>
            </a:r>
            <a:r>
              <a:rPr lang="en-US" altLang="ko-KR" sz="500" b="1" dirty="0"/>
              <a:t>3</a:t>
            </a:r>
            <a:r>
              <a:rPr lang="ko-KR" altLang="en-US" sz="500" b="1" dirty="0"/>
              <a:t>분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성심여고 → 목적지 </a:t>
            </a:r>
            <a:r>
              <a:rPr lang="en-US" altLang="ko-KR" sz="500" dirty="0"/>
              <a:t>: </a:t>
            </a:r>
            <a:r>
              <a:rPr lang="en-US" altLang="ko-KR" sz="500" b="1" dirty="0"/>
              <a:t>1</a:t>
            </a:r>
            <a:r>
              <a:rPr lang="ko-KR" altLang="en-US" sz="500" b="1" dirty="0"/>
              <a:t>분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 err="1"/>
              <a:t>원효대교북단</a:t>
            </a:r>
            <a:r>
              <a:rPr lang="ko-KR" altLang="en-US" sz="500" dirty="0"/>
              <a:t> → 목적지 </a:t>
            </a:r>
            <a:r>
              <a:rPr lang="en-US" altLang="ko-KR" sz="500" dirty="0"/>
              <a:t>: </a:t>
            </a:r>
            <a:r>
              <a:rPr lang="en-US" altLang="ko-KR" sz="500" b="1" dirty="0"/>
              <a:t>10</a:t>
            </a:r>
            <a:r>
              <a:rPr lang="ko-KR" altLang="en-US" sz="500" b="1" dirty="0"/>
              <a:t>분</a:t>
            </a:r>
            <a:endParaRPr lang="ko-KR" altLang="en-US" sz="500" dirty="0"/>
          </a:p>
          <a:p>
            <a:pPr>
              <a:buNone/>
            </a:pPr>
            <a:r>
              <a:rPr lang="en-US" altLang="ko-KR" sz="500" dirty="0"/>
              <a:t>(“</a:t>
            </a:r>
            <a:r>
              <a:rPr lang="ko-KR" altLang="en-US" sz="500" dirty="0"/>
              <a:t>도보 </a:t>
            </a:r>
            <a:r>
              <a:rPr lang="en-US" altLang="ko-KR" sz="500" dirty="0"/>
              <a:t>0</a:t>
            </a:r>
            <a:r>
              <a:rPr lang="ko-KR" altLang="en-US" sz="500" dirty="0" err="1"/>
              <a:t>분”은</a:t>
            </a:r>
            <a:r>
              <a:rPr lang="ko-KR" altLang="en-US" sz="500" dirty="0"/>
              <a:t> 그냥 같은 정류장으로 처리</a:t>
            </a:r>
            <a:r>
              <a:rPr lang="en-US" altLang="ko-KR" sz="500" dirty="0"/>
              <a:t>)</a:t>
            </a:r>
          </a:p>
          <a:p>
            <a:pPr>
              <a:buNone/>
            </a:pPr>
            <a:br>
              <a:rPr lang="en-US" altLang="ko-KR" sz="500" dirty="0"/>
            </a:br>
            <a:endParaRPr lang="en-US" altLang="ko-KR" sz="500" dirty="0"/>
          </a:p>
          <a:p>
            <a:pPr>
              <a:buNone/>
            </a:pPr>
            <a:r>
              <a:rPr lang="ko-KR" altLang="en-US" sz="500" b="1" dirty="0"/>
              <a:t>🚌 버스 라인 </a:t>
            </a:r>
            <a:r>
              <a:rPr lang="en-US" altLang="ko-KR" sz="500" b="1" dirty="0"/>
              <a:t>&amp; </a:t>
            </a:r>
            <a:r>
              <a:rPr lang="ko-KR" altLang="en-US" sz="500" b="1" dirty="0"/>
              <a:t>배차간격</a:t>
            </a:r>
            <a:r>
              <a:rPr lang="en-US" altLang="ko-KR" sz="500" b="1" dirty="0"/>
              <a:t>(Interval) &amp; </a:t>
            </a:r>
            <a:r>
              <a:rPr lang="ko-KR" altLang="en-US" sz="500" b="1" dirty="0"/>
              <a:t>이동 시간</a:t>
            </a:r>
          </a:p>
          <a:p>
            <a:pPr>
              <a:buNone/>
            </a:pPr>
            <a:r>
              <a:rPr lang="ko-KR" altLang="en-US" sz="500" b="1" dirty="0"/>
              <a:t>후암시장 정류장에서</a:t>
            </a:r>
            <a:r>
              <a:rPr lang="en-US" altLang="ko-KR" sz="500" b="1" dirty="0"/>
              <a:t>: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500" b="1" dirty="0"/>
              <a:t>400</a:t>
            </a:r>
            <a:r>
              <a:rPr lang="ko-KR" altLang="en-US" sz="500" b="1" dirty="0"/>
              <a:t>번 </a:t>
            </a:r>
            <a:r>
              <a:rPr lang="en-US" altLang="ko-KR" sz="500" b="1" dirty="0"/>
              <a:t>(interval 11</a:t>
            </a:r>
            <a:r>
              <a:rPr lang="ko-KR" altLang="en-US" sz="500" b="1" dirty="0"/>
              <a:t>분</a:t>
            </a:r>
            <a:r>
              <a:rPr lang="en-US" altLang="ko-KR" sz="500" b="1" dirty="0"/>
              <a:t>)</a:t>
            </a:r>
            <a:endParaRPr lang="ko-KR" altLang="en-US" sz="5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/>
              <a:t>후암시장 → 남영우체국 </a:t>
            </a:r>
            <a:r>
              <a:rPr lang="en-US" altLang="ko-KR" sz="500" dirty="0"/>
              <a:t>(</a:t>
            </a:r>
            <a:r>
              <a:rPr lang="en-US" altLang="ko-KR" sz="500" b="1" dirty="0"/>
              <a:t>4</a:t>
            </a:r>
            <a:r>
              <a:rPr lang="ko-KR" altLang="en-US" sz="500" b="1" dirty="0"/>
              <a:t>분</a:t>
            </a:r>
            <a:r>
              <a:rPr lang="en-US" altLang="ko-KR" sz="500" dirty="0"/>
              <a:t>) ← 1-1 </a:t>
            </a:r>
            <a:r>
              <a:rPr lang="ko-KR" altLang="en-US" sz="500" dirty="0"/>
              <a:t>루트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/>
              <a:t>후암시장 → 숙명여대입구 </a:t>
            </a:r>
            <a:r>
              <a:rPr lang="en-US" altLang="ko-KR" sz="500" dirty="0"/>
              <a:t>(</a:t>
            </a:r>
            <a:r>
              <a:rPr lang="en-US" altLang="ko-KR" sz="500" b="1" dirty="0"/>
              <a:t>6</a:t>
            </a:r>
            <a:r>
              <a:rPr lang="ko-KR" altLang="en-US" sz="500" b="1" dirty="0"/>
              <a:t>분</a:t>
            </a:r>
            <a:r>
              <a:rPr lang="en-US" altLang="ko-KR" sz="500" dirty="0"/>
              <a:t>) ← 1-2 </a:t>
            </a:r>
            <a:r>
              <a:rPr lang="ko-KR" altLang="en-US" sz="500" dirty="0"/>
              <a:t>루트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/>
              <a:t>후암시장 → 원효로</a:t>
            </a:r>
            <a:r>
              <a:rPr lang="en-US" altLang="ko-KR" sz="500" dirty="0"/>
              <a:t>2</a:t>
            </a:r>
            <a:r>
              <a:rPr lang="ko-KR" altLang="en-US" sz="500" dirty="0"/>
              <a:t>가 </a:t>
            </a:r>
            <a:r>
              <a:rPr lang="en-US" altLang="ko-KR" sz="500" dirty="0"/>
              <a:t>(</a:t>
            </a:r>
            <a:r>
              <a:rPr lang="en-US" altLang="ko-KR" sz="500" b="1" dirty="0"/>
              <a:t>21</a:t>
            </a:r>
            <a:r>
              <a:rPr lang="ko-KR" altLang="en-US" sz="500" b="1" dirty="0"/>
              <a:t>분</a:t>
            </a:r>
            <a:r>
              <a:rPr lang="en-US" altLang="ko-KR" sz="500" dirty="0"/>
              <a:t>) ← 1-3 </a:t>
            </a:r>
            <a:r>
              <a:rPr lang="ko-KR" altLang="en-US" sz="500" dirty="0"/>
              <a:t>루트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/>
              <a:t>후암시장 → </a:t>
            </a:r>
            <a:r>
              <a:rPr lang="ko-KR" altLang="en-US" sz="500" dirty="0" err="1"/>
              <a:t>숙명여대후문</a:t>
            </a:r>
            <a:r>
              <a:rPr lang="ko-KR" altLang="en-US" sz="500" dirty="0"/>
              <a:t> </a:t>
            </a:r>
            <a:r>
              <a:rPr lang="en-US" altLang="ko-KR" sz="500" dirty="0"/>
              <a:t>(</a:t>
            </a:r>
            <a:r>
              <a:rPr lang="en-US" altLang="ko-KR" sz="500" b="1" dirty="0"/>
              <a:t>9</a:t>
            </a:r>
            <a:r>
              <a:rPr lang="ko-KR" altLang="en-US" sz="500" b="1" dirty="0"/>
              <a:t>분</a:t>
            </a:r>
            <a:r>
              <a:rPr lang="en-US" altLang="ko-KR" sz="500" dirty="0"/>
              <a:t>) ← 1-4 </a:t>
            </a:r>
            <a:r>
              <a:rPr lang="ko-KR" altLang="en-US" sz="500" dirty="0"/>
              <a:t>루트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/>
              <a:t>후암시장 → 효창공원역 </a:t>
            </a:r>
            <a:r>
              <a:rPr lang="en-US" altLang="ko-KR" sz="500" dirty="0"/>
              <a:t>(</a:t>
            </a:r>
            <a:r>
              <a:rPr lang="en-US" altLang="ko-KR" sz="500" b="1" dirty="0"/>
              <a:t>16</a:t>
            </a:r>
            <a:r>
              <a:rPr lang="ko-KR" altLang="en-US" sz="500" b="1" dirty="0"/>
              <a:t>분</a:t>
            </a:r>
            <a:r>
              <a:rPr lang="en-US" altLang="ko-KR" sz="500" dirty="0"/>
              <a:t>) ← 1-5 </a:t>
            </a:r>
            <a:r>
              <a:rPr lang="ko-KR" altLang="en-US" sz="500" dirty="0"/>
              <a:t>루트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500" b="1" dirty="0"/>
              <a:t>605</a:t>
            </a:r>
            <a:r>
              <a:rPr lang="ko-KR" altLang="en-US" sz="500" b="1" dirty="0"/>
              <a:t>번 </a:t>
            </a:r>
            <a:r>
              <a:rPr lang="en-US" altLang="ko-KR" sz="500" b="1" dirty="0"/>
              <a:t>(interval 10</a:t>
            </a:r>
            <a:r>
              <a:rPr lang="ko-KR" altLang="en-US" sz="500" b="1" dirty="0"/>
              <a:t>분</a:t>
            </a:r>
            <a:r>
              <a:rPr lang="en-US" altLang="ko-KR" sz="500" b="1" dirty="0"/>
              <a:t>)</a:t>
            </a:r>
            <a:endParaRPr lang="ko-KR" altLang="en-US" sz="5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/>
              <a:t>후암시장 → </a:t>
            </a:r>
            <a:r>
              <a:rPr lang="ko-KR" altLang="en-US" sz="500" dirty="0" err="1"/>
              <a:t>신용산역</a:t>
            </a:r>
            <a:r>
              <a:rPr lang="en-US" altLang="ko-KR" sz="500" dirty="0"/>
              <a:t>(</a:t>
            </a:r>
            <a:r>
              <a:rPr lang="ko-KR" altLang="en-US" sz="500" dirty="0"/>
              <a:t>중앙</a:t>
            </a:r>
            <a:r>
              <a:rPr lang="en-US" altLang="ko-KR" sz="500" dirty="0"/>
              <a:t>) (</a:t>
            </a:r>
            <a:r>
              <a:rPr lang="en-US" altLang="ko-KR" sz="500" b="1" dirty="0"/>
              <a:t>11</a:t>
            </a:r>
            <a:r>
              <a:rPr lang="ko-KR" altLang="en-US" sz="500" b="1" dirty="0"/>
              <a:t>분</a:t>
            </a:r>
            <a:r>
              <a:rPr lang="en-US" altLang="ko-KR" sz="500" dirty="0"/>
              <a:t>) ← 605 1-1, 1-3, 1-4 </a:t>
            </a:r>
            <a:r>
              <a:rPr lang="ko-KR" altLang="en-US" sz="500" dirty="0"/>
              <a:t>공통 출발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/>
              <a:t>후암시장 → 남영우체국 </a:t>
            </a:r>
            <a:r>
              <a:rPr lang="en-US" altLang="ko-KR" sz="500" dirty="0"/>
              <a:t>(</a:t>
            </a:r>
            <a:r>
              <a:rPr lang="en-US" altLang="ko-KR" sz="500" b="1" dirty="0"/>
              <a:t>4</a:t>
            </a:r>
            <a:r>
              <a:rPr lang="ko-KR" altLang="en-US" sz="500" b="1" dirty="0"/>
              <a:t>분</a:t>
            </a:r>
            <a:r>
              <a:rPr lang="en-US" altLang="ko-KR" sz="500" dirty="0"/>
              <a:t>) ← 605 1-2 </a:t>
            </a:r>
            <a:r>
              <a:rPr lang="ko-KR" altLang="en-US" sz="500" dirty="0"/>
              <a:t>루트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/>
              <a:t>후암시장 → </a:t>
            </a:r>
            <a:r>
              <a:rPr lang="ko-KR" altLang="en-US" sz="500" dirty="0" err="1"/>
              <a:t>한강대교북단</a:t>
            </a:r>
            <a:r>
              <a:rPr lang="en-US" altLang="ko-KR" sz="500" dirty="0"/>
              <a:t>(LGU+) (</a:t>
            </a:r>
            <a:r>
              <a:rPr lang="en-US" altLang="ko-KR" sz="500" b="1" dirty="0"/>
              <a:t>13</a:t>
            </a:r>
            <a:r>
              <a:rPr lang="ko-KR" altLang="en-US" sz="500" b="1" dirty="0"/>
              <a:t>분</a:t>
            </a:r>
            <a:r>
              <a:rPr lang="en-US" altLang="ko-KR" sz="500" dirty="0"/>
              <a:t>) ← 605 1-3 </a:t>
            </a:r>
            <a:r>
              <a:rPr lang="ko-KR" altLang="en-US" sz="500" dirty="0"/>
              <a:t>루트</a:t>
            </a:r>
          </a:p>
          <a:p>
            <a:pPr>
              <a:buNone/>
            </a:pPr>
            <a:br>
              <a:rPr lang="ko-KR" altLang="en-US" sz="500" dirty="0"/>
            </a:br>
            <a:endParaRPr lang="ko-KR" altLang="en-US" sz="500" dirty="0"/>
          </a:p>
          <a:p>
            <a:pPr>
              <a:buNone/>
            </a:pPr>
            <a:r>
              <a:rPr lang="ko-KR" altLang="en-US" sz="500" b="1" dirty="0"/>
              <a:t>남영우체국 </a:t>
            </a:r>
            <a:r>
              <a:rPr lang="en-US" altLang="ko-KR" sz="500" b="1" dirty="0"/>
              <a:t>/ </a:t>
            </a:r>
            <a:r>
              <a:rPr lang="ko-KR" altLang="en-US" sz="500" b="1" dirty="0"/>
              <a:t>갈월동사회복지회관 </a:t>
            </a:r>
            <a:r>
              <a:rPr lang="en-US" altLang="ko-KR" sz="500" b="1" dirty="0"/>
              <a:t>/ </a:t>
            </a:r>
            <a:r>
              <a:rPr lang="ko-KR" altLang="en-US" sz="500" b="1" dirty="0"/>
              <a:t>남영동 쪽</a:t>
            </a:r>
            <a:r>
              <a:rPr lang="en-US" altLang="ko-KR" sz="500" b="1" dirty="0"/>
              <a:t>: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남영우체국 → </a:t>
            </a:r>
            <a:r>
              <a:rPr lang="en-US" altLang="ko-KR" sz="500" dirty="0"/>
              <a:t>(</a:t>
            </a:r>
            <a:r>
              <a:rPr lang="ko-KR" altLang="en-US" sz="500" dirty="0"/>
              <a:t>도보</a:t>
            </a:r>
            <a:r>
              <a:rPr lang="en-US" altLang="ko-KR" sz="500" dirty="0"/>
              <a:t>1</a:t>
            </a:r>
            <a:r>
              <a:rPr lang="ko-KR" altLang="en-US" sz="500" dirty="0"/>
              <a:t>분</a:t>
            </a:r>
            <a:r>
              <a:rPr lang="en-US" altLang="ko-KR" sz="500" dirty="0"/>
              <a:t>) → </a:t>
            </a:r>
            <a:r>
              <a:rPr lang="ko-KR" altLang="en-US" sz="500" dirty="0"/>
              <a:t>갈월동사회복지회관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b="1" dirty="0"/>
              <a:t>용산</a:t>
            </a:r>
            <a:r>
              <a:rPr lang="en-US" altLang="ko-KR" sz="500" b="1" dirty="0"/>
              <a:t>02 (interval 5</a:t>
            </a:r>
            <a:r>
              <a:rPr lang="ko-KR" altLang="en-US" sz="500" b="1" dirty="0"/>
              <a:t>분</a:t>
            </a:r>
            <a:r>
              <a:rPr lang="en-US" altLang="ko-KR" sz="500" b="1" dirty="0"/>
              <a:t>)</a:t>
            </a:r>
            <a:endParaRPr lang="ko-KR" altLang="en-US" sz="5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/>
              <a:t>갈월동사회복지회관 → 남영동 </a:t>
            </a:r>
            <a:r>
              <a:rPr lang="en-US" altLang="ko-KR" sz="500" dirty="0"/>
              <a:t>(</a:t>
            </a:r>
            <a:r>
              <a:rPr lang="en-US" altLang="ko-KR" sz="500" b="1" dirty="0"/>
              <a:t>4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남영동에서 갈 수 있는 버스들</a:t>
            </a:r>
            <a:r>
              <a:rPr lang="en-US" altLang="ko-KR" sz="5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500" b="1" dirty="0"/>
              <a:t>1711 (interval 7</a:t>
            </a:r>
            <a:r>
              <a:rPr lang="ko-KR" altLang="en-US" sz="500" b="1" dirty="0"/>
              <a:t>분</a:t>
            </a:r>
            <a:r>
              <a:rPr lang="en-US" altLang="ko-KR" sz="500" b="1" dirty="0"/>
              <a:t>)</a:t>
            </a:r>
            <a:endParaRPr lang="ko-KR" altLang="en-US" sz="500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ko-KR" altLang="en-US" sz="500" dirty="0"/>
              <a:t>남영동 → 용문시장 </a:t>
            </a:r>
            <a:r>
              <a:rPr lang="en-US" altLang="ko-KR" sz="500" dirty="0"/>
              <a:t>(</a:t>
            </a:r>
            <a:r>
              <a:rPr lang="en-US" altLang="ko-KR" sz="500" b="1" dirty="0"/>
              <a:t>6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500" b="1" dirty="0"/>
              <a:t>7016 (interval 9</a:t>
            </a:r>
            <a:r>
              <a:rPr lang="ko-KR" altLang="en-US" sz="500" b="1" dirty="0"/>
              <a:t>분</a:t>
            </a:r>
            <a:r>
              <a:rPr lang="en-US" altLang="ko-KR" sz="500" b="1" dirty="0"/>
              <a:t>)</a:t>
            </a:r>
            <a:endParaRPr lang="ko-KR" altLang="en-US" sz="500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ko-KR" altLang="en-US" sz="500" dirty="0"/>
              <a:t>남영동 → 원효로</a:t>
            </a:r>
            <a:r>
              <a:rPr lang="en-US" altLang="ko-KR" sz="500" dirty="0"/>
              <a:t>2</a:t>
            </a:r>
            <a:r>
              <a:rPr lang="ko-KR" altLang="en-US" sz="500" dirty="0"/>
              <a:t>가 </a:t>
            </a:r>
            <a:r>
              <a:rPr lang="en-US" altLang="ko-KR" sz="500" dirty="0"/>
              <a:t>(</a:t>
            </a:r>
            <a:r>
              <a:rPr lang="en-US" altLang="ko-KR" sz="500" b="1" dirty="0"/>
              <a:t>6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ko-KR" altLang="en-US" sz="500" dirty="0"/>
              <a:t>남영동 → 원효로</a:t>
            </a:r>
            <a:r>
              <a:rPr lang="en-US" altLang="ko-KR" sz="500" dirty="0"/>
              <a:t>3</a:t>
            </a:r>
            <a:r>
              <a:rPr lang="ko-KR" altLang="en-US" sz="500" dirty="0"/>
              <a:t>가 </a:t>
            </a:r>
            <a:r>
              <a:rPr lang="en-US" altLang="ko-KR" sz="500" dirty="0"/>
              <a:t>(</a:t>
            </a:r>
            <a:r>
              <a:rPr lang="en-US" altLang="ko-KR" sz="500" b="1" dirty="0"/>
              <a:t>8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500" b="1" dirty="0"/>
              <a:t>162 (interval 7</a:t>
            </a:r>
            <a:r>
              <a:rPr lang="ko-KR" altLang="en-US" sz="500" b="1" dirty="0"/>
              <a:t>분</a:t>
            </a:r>
            <a:r>
              <a:rPr lang="en-US" altLang="ko-KR" sz="500" b="1" dirty="0"/>
              <a:t>)</a:t>
            </a:r>
            <a:endParaRPr lang="ko-KR" altLang="en-US" sz="500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ko-KR" altLang="en-US" sz="500" dirty="0"/>
              <a:t>남영동 → 원효로</a:t>
            </a:r>
            <a:r>
              <a:rPr lang="en-US" altLang="ko-KR" sz="500" dirty="0"/>
              <a:t>2</a:t>
            </a:r>
            <a:r>
              <a:rPr lang="ko-KR" altLang="en-US" sz="500" dirty="0"/>
              <a:t>가 </a:t>
            </a:r>
            <a:r>
              <a:rPr lang="en-US" altLang="ko-KR" sz="500" dirty="0"/>
              <a:t>(</a:t>
            </a:r>
            <a:r>
              <a:rPr lang="en-US" altLang="ko-KR" sz="500" b="1" dirty="0"/>
              <a:t>6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ko-KR" altLang="en-US" sz="500" dirty="0"/>
              <a:t>남영동 → 원효로</a:t>
            </a:r>
            <a:r>
              <a:rPr lang="en-US" altLang="ko-KR" sz="500" dirty="0"/>
              <a:t>3</a:t>
            </a:r>
            <a:r>
              <a:rPr lang="ko-KR" altLang="en-US" sz="500" dirty="0"/>
              <a:t>가 </a:t>
            </a:r>
            <a:r>
              <a:rPr lang="en-US" altLang="ko-KR" sz="500" dirty="0"/>
              <a:t>(</a:t>
            </a:r>
            <a:r>
              <a:rPr lang="en-US" altLang="ko-KR" sz="500" b="1" dirty="0"/>
              <a:t>8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500" b="1" dirty="0"/>
              <a:t>503 (interval 13</a:t>
            </a:r>
            <a:r>
              <a:rPr lang="ko-KR" altLang="en-US" sz="500" b="1" dirty="0"/>
              <a:t>분</a:t>
            </a:r>
            <a:r>
              <a:rPr lang="en-US" altLang="ko-KR" sz="500" b="1" dirty="0"/>
              <a:t>)</a:t>
            </a:r>
            <a:endParaRPr lang="ko-KR" altLang="en-US" sz="500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ko-KR" altLang="en-US" sz="500" dirty="0"/>
              <a:t>남영동 → 원효로</a:t>
            </a:r>
            <a:r>
              <a:rPr lang="en-US" altLang="ko-KR" sz="500" dirty="0"/>
              <a:t>2</a:t>
            </a:r>
            <a:r>
              <a:rPr lang="ko-KR" altLang="en-US" sz="500" dirty="0"/>
              <a:t>가 </a:t>
            </a:r>
            <a:r>
              <a:rPr lang="en-US" altLang="ko-KR" sz="500" dirty="0"/>
              <a:t>(</a:t>
            </a:r>
            <a:r>
              <a:rPr lang="en-US" altLang="ko-KR" sz="500" b="1" dirty="0"/>
              <a:t>6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ko-KR" altLang="en-US" sz="500" dirty="0"/>
              <a:t>남영동 → 원효로</a:t>
            </a:r>
            <a:r>
              <a:rPr lang="en-US" altLang="ko-KR" sz="500" dirty="0"/>
              <a:t>3</a:t>
            </a:r>
            <a:r>
              <a:rPr lang="ko-KR" altLang="en-US" sz="500" dirty="0"/>
              <a:t>가 </a:t>
            </a:r>
            <a:r>
              <a:rPr lang="en-US" altLang="ko-KR" sz="500" dirty="0"/>
              <a:t>(</a:t>
            </a:r>
            <a:r>
              <a:rPr lang="en-US" altLang="ko-KR" sz="500" b="1" dirty="0"/>
              <a:t>8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>
              <a:buNone/>
            </a:pPr>
            <a:br>
              <a:rPr lang="en-US" altLang="ko-KR" sz="500" dirty="0"/>
            </a:br>
            <a:endParaRPr lang="en-US" altLang="ko-KR" sz="500" dirty="0"/>
          </a:p>
          <a:p>
            <a:pPr>
              <a:buNone/>
            </a:pPr>
            <a:r>
              <a:rPr lang="ko-KR" altLang="en-US" sz="500" b="1" dirty="0"/>
              <a:t>용문시장 </a:t>
            </a:r>
            <a:r>
              <a:rPr lang="en-US" altLang="ko-KR" sz="500" b="1" dirty="0"/>
              <a:t>&amp; </a:t>
            </a:r>
            <a:r>
              <a:rPr lang="ko-KR" altLang="en-US" sz="500" b="1" dirty="0"/>
              <a:t>원효로</a:t>
            </a:r>
            <a:r>
              <a:rPr lang="en-US" altLang="ko-KR" sz="500" b="1" dirty="0"/>
              <a:t>2</a:t>
            </a:r>
            <a:r>
              <a:rPr lang="ko-KR" altLang="en-US" sz="500" b="1" dirty="0"/>
              <a:t>가 </a:t>
            </a:r>
            <a:r>
              <a:rPr lang="en-US" altLang="ko-KR" sz="500" b="1" dirty="0"/>
              <a:t>/ </a:t>
            </a:r>
            <a:r>
              <a:rPr lang="ko-KR" altLang="en-US" sz="500" b="1" dirty="0"/>
              <a:t>원효로</a:t>
            </a:r>
            <a:r>
              <a:rPr lang="en-US" altLang="ko-KR" sz="500" b="1" dirty="0"/>
              <a:t>3</a:t>
            </a:r>
            <a:r>
              <a:rPr lang="ko-KR" altLang="en-US" sz="500" b="1" dirty="0"/>
              <a:t>가 </a:t>
            </a:r>
            <a:r>
              <a:rPr lang="en-US" altLang="ko-KR" sz="500" b="1" dirty="0"/>
              <a:t>/ </a:t>
            </a:r>
            <a:r>
              <a:rPr lang="ko-KR" altLang="en-US" sz="500" b="1" dirty="0"/>
              <a:t>신창동</a:t>
            </a:r>
            <a:r>
              <a:rPr lang="en-US" altLang="ko-KR" sz="500" b="1" dirty="0"/>
              <a:t>: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500" b="1" dirty="0"/>
              <a:t>0017 (interval 13</a:t>
            </a:r>
            <a:r>
              <a:rPr lang="ko-KR" altLang="en-US" sz="500" b="1" dirty="0"/>
              <a:t>분</a:t>
            </a:r>
            <a:r>
              <a:rPr lang="en-US" altLang="ko-KR" sz="500" b="1" dirty="0"/>
              <a:t>)</a:t>
            </a:r>
            <a:endParaRPr lang="ko-KR" altLang="en-US" sz="5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/>
              <a:t>용문시장 → 신창동 </a:t>
            </a:r>
            <a:r>
              <a:rPr lang="en-US" altLang="ko-KR" sz="500" dirty="0"/>
              <a:t>(</a:t>
            </a:r>
            <a:r>
              <a:rPr lang="en-US" altLang="ko-KR" sz="500" b="1" dirty="0"/>
              <a:t>4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 err="1"/>
              <a:t>신용산역</a:t>
            </a:r>
            <a:r>
              <a:rPr lang="en-US" altLang="ko-KR" sz="500" dirty="0"/>
              <a:t>3</a:t>
            </a:r>
            <a:r>
              <a:rPr lang="ko-KR" altLang="en-US" sz="500" dirty="0" err="1"/>
              <a:t>번출구</a:t>
            </a:r>
            <a:r>
              <a:rPr lang="ko-KR" altLang="en-US" sz="500" dirty="0"/>
              <a:t> → 신창동 </a:t>
            </a:r>
            <a:r>
              <a:rPr lang="en-US" altLang="ko-KR" sz="500" dirty="0"/>
              <a:t>(</a:t>
            </a:r>
            <a:r>
              <a:rPr lang="en-US" altLang="ko-KR" sz="500" b="1" dirty="0"/>
              <a:t>12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 err="1"/>
              <a:t>한강대교북단</a:t>
            </a:r>
            <a:r>
              <a:rPr lang="ko-KR" altLang="en-US" sz="500" dirty="0"/>
              <a:t> → 성심여고 </a:t>
            </a:r>
            <a:r>
              <a:rPr lang="en-US" altLang="ko-KR" sz="500" dirty="0"/>
              <a:t>(</a:t>
            </a:r>
            <a:r>
              <a:rPr lang="en-US" altLang="ko-KR" sz="500" b="1" dirty="0"/>
              <a:t>13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 err="1"/>
              <a:t>용산역광장</a:t>
            </a:r>
            <a:r>
              <a:rPr lang="ko-KR" altLang="en-US" sz="500" dirty="0"/>
              <a:t> → 성심여고 </a:t>
            </a:r>
            <a:r>
              <a:rPr lang="en-US" altLang="ko-KR" sz="500" dirty="0"/>
              <a:t>(</a:t>
            </a:r>
            <a:r>
              <a:rPr lang="en-US" altLang="ko-KR" sz="500" b="1" dirty="0"/>
              <a:t>17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용문시장 → </a:t>
            </a:r>
            <a:r>
              <a:rPr lang="en-US" altLang="ko-KR" sz="500" dirty="0"/>
              <a:t>(</a:t>
            </a:r>
            <a:r>
              <a:rPr lang="ko-KR" altLang="en-US" sz="500" dirty="0"/>
              <a:t>도보</a:t>
            </a:r>
            <a:r>
              <a:rPr lang="en-US" altLang="ko-KR" sz="500" dirty="0"/>
              <a:t>) → </a:t>
            </a:r>
            <a:r>
              <a:rPr lang="ko-KR" altLang="en-US" sz="500" dirty="0"/>
              <a:t>목적지 </a:t>
            </a:r>
            <a:r>
              <a:rPr lang="en-US" altLang="ko-KR" sz="500" dirty="0"/>
              <a:t>(</a:t>
            </a:r>
            <a:r>
              <a:rPr lang="en-US" altLang="ko-KR" sz="500" b="1" dirty="0"/>
              <a:t>12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신창동 → </a:t>
            </a:r>
            <a:r>
              <a:rPr lang="en-US" altLang="ko-KR" sz="500" dirty="0"/>
              <a:t>(</a:t>
            </a:r>
            <a:r>
              <a:rPr lang="ko-KR" altLang="en-US" sz="500" dirty="0"/>
              <a:t>도보</a:t>
            </a:r>
            <a:r>
              <a:rPr lang="en-US" altLang="ko-KR" sz="500" dirty="0"/>
              <a:t>) → </a:t>
            </a:r>
            <a:r>
              <a:rPr lang="ko-KR" altLang="en-US" sz="500" dirty="0"/>
              <a:t>목적지 </a:t>
            </a:r>
            <a:r>
              <a:rPr lang="en-US" altLang="ko-KR" sz="500" dirty="0"/>
              <a:t>(</a:t>
            </a:r>
            <a:r>
              <a:rPr lang="en-US" altLang="ko-KR" sz="500" b="1" dirty="0"/>
              <a:t>2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원효로</a:t>
            </a:r>
            <a:r>
              <a:rPr lang="en-US" altLang="ko-KR" sz="500" dirty="0"/>
              <a:t>3</a:t>
            </a:r>
            <a:r>
              <a:rPr lang="ko-KR" altLang="en-US" sz="500" dirty="0"/>
              <a:t>가 → </a:t>
            </a:r>
            <a:r>
              <a:rPr lang="en-US" altLang="ko-KR" sz="500" dirty="0"/>
              <a:t>(</a:t>
            </a:r>
            <a:r>
              <a:rPr lang="ko-KR" altLang="en-US" sz="500" dirty="0"/>
              <a:t>도보</a:t>
            </a:r>
            <a:r>
              <a:rPr lang="en-US" altLang="ko-KR" sz="500" dirty="0"/>
              <a:t>) → </a:t>
            </a:r>
            <a:r>
              <a:rPr lang="ko-KR" altLang="en-US" sz="500" dirty="0"/>
              <a:t>목적지 </a:t>
            </a:r>
            <a:r>
              <a:rPr lang="en-US" altLang="ko-KR" sz="500" dirty="0"/>
              <a:t>(</a:t>
            </a:r>
            <a:r>
              <a:rPr lang="en-US" altLang="ko-KR" sz="500" b="1" dirty="0"/>
              <a:t>7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원효로</a:t>
            </a:r>
            <a:r>
              <a:rPr lang="en-US" altLang="ko-KR" sz="500" dirty="0"/>
              <a:t>2</a:t>
            </a:r>
            <a:r>
              <a:rPr lang="ko-KR" altLang="en-US" sz="500" dirty="0"/>
              <a:t>가 → </a:t>
            </a:r>
            <a:r>
              <a:rPr lang="en-US" altLang="ko-KR" sz="500" dirty="0"/>
              <a:t>(</a:t>
            </a:r>
            <a:r>
              <a:rPr lang="ko-KR" altLang="en-US" sz="500" dirty="0"/>
              <a:t>도보</a:t>
            </a:r>
            <a:r>
              <a:rPr lang="en-US" altLang="ko-KR" sz="500" dirty="0"/>
              <a:t>2</a:t>
            </a:r>
            <a:r>
              <a:rPr lang="ko-KR" altLang="en-US" sz="500" dirty="0"/>
              <a:t>분</a:t>
            </a:r>
            <a:r>
              <a:rPr lang="en-US" altLang="ko-KR" sz="500" dirty="0"/>
              <a:t>) → </a:t>
            </a:r>
            <a:r>
              <a:rPr lang="ko-KR" altLang="en-US" sz="500" dirty="0"/>
              <a:t>용문시장 → </a:t>
            </a:r>
            <a:r>
              <a:rPr lang="en-US" altLang="ko-KR" sz="500" dirty="0"/>
              <a:t>(0017 </a:t>
            </a:r>
            <a:r>
              <a:rPr lang="ko-KR" altLang="en-US" sz="500" dirty="0"/>
              <a:t>또는 도보</a:t>
            </a:r>
            <a:r>
              <a:rPr lang="en-US" altLang="ko-KR" sz="500" dirty="0"/>
              <a:t>)</a:t>
            </a:r>
          </a:p>
          <a:p>
            <a:pPr>
              <a:buNone/>
            </a:pPr>
            <a:br>
              <a:rPr lang="en-US" altLang="ko-KR" sz="500" dirty="0"/>
            </a:br>
            <a:endParaRPr lang="en-US" altLang="ko-KR" sz="500" dirty="0"/>
          </a:p>
          <a:p>
            <a:pPr>
              <a:buNone/>
            </a:pPr>
            <a:r>
              <a:rPr lang="ko-KR" altLang="en-US" sz="500" b="1" dirty="0"/>
              <a:t>숙명여대 </a:t>
            </a:r>
            <a:r>
              <a:rPr lang="en-US" altLang="ko-KR" sz="500" b="1" dirty="0"/>
              <a:t>/ </a:t>
            </a:r>
            <a:r>
              <a:rPr lang="ko-KR" altLang="en-US" sz="500" b="1" dirty="0"/>
              <a:t>청파동 </a:t>
            </a:r>
            <a:r>
              <a:rPr lang="en-US" altLang="ko-KR" sz="500" b="1" dirty="0"/>
              <a:t>/ </a:t>
            </a:r>
            <a:r>
              <a:rPr lang="ko-KR" altLang="en-US" sz="500" b="1" dirty="0"/>
              <a:t>효창공원 쪽</a:t>
            </a:r>
            <a:r>
              <a:rPr lang="en-US" altLang="ko-KR" sz="500" b="1" dirty="0"/>
              <a:t>: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500" dirty="0"/>
              <a:t>400: </a:t>
            </a:r>
            <a:r>
              <a:rPr lang="ko-KR" altLang="en-US" sz="500" dirty="0"/>
              <a:t>후암시장 → 숙명여대입구 </a:t>
            </a:r>
            <a:r>
              <a:rPr lang="en-US" altLang="ko-KR" sz="500" dirty="0"/>
              <a:t>(</a:t>
            </a:r>
            <a:r>
              <a:rPr lang="en-US" altLang="ko-KR" sz="500" b="1" dirty="0"/>
              <a:t>6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/>
              <a:t>숙명여대입구 → 청파동주민센터 </a:t>
            </a:r>
            <a:r>
              <a:rPr lang="en-US" altLang="ko-KR" sz="500" dirty="0"/>
              <a:t>(</a:t>
            </a:r>
            <a:r>
              <a:rPr lang="ko-KR" altLang="en-US" sz="500" b="1" dirty="0"/>
              <a:t>도보</a:t>
            </a:r>
            <a:r>
              <a:rPr lang="en-US" altLang="ko-KR" sz="500" b="1" dirty="0"/>
              <a:t>3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500" b="1" dirty="0"/>
              <a:t>262 (interval 10</a:t>
            </a:r>
            <a:r>
              <a:rPr lang="ko-KR" altLang="en-US" sz="500" b="1" dirty="0"/>
              <a:t>분</a:t>
            </a:r>
            <a:r>
              <a:rPr lang="en-US" altLang="ko-KR" sz="500" b="1" dirty="0"/>
              <a:t>)</a:t>
            </a:r>
            <a:endParaRPr lang="ko-KR" altLang="en-US" sz="500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ko-KR" altLang="en-US" sz="500" dirty="0"/>
              <a:t>청파동주민센터 → 원효로</a:t>
            </a:r>
            <a:r>
              <a:rPr lang="en-US" altLang="ko-KR" sz="500" dirty="0"/>
              <a:t>3</a:t>
            </a:r>
            <a:r>
              <a:rPr lang="ko-KR" altLang="en-US" sz="500" dirty="0"/>
              <a:t>가 </a:t>
            </a:r>
            <a:r>
              <a:rPr lang="en-US" altLang="ko-KR" sz="500" dirty="0"/>
              <a:t>(</a:t>
            </a:r>
            <a:r>
              <a:rPr lang="en-US" altLang="ko-KR" sz="500" b="1" dirty="0"/>
              <a:t>7</a:t>
            </a:r>
            <a:r>
              <a:rPr lang="ko-KR" altLang="en-US" sz="500" b="1" dirty="0"/>
              <a:t>분</a:t>
            </a:r>
            <a:r>
              <a:rPr lang="en-US" altLang="ko-KR" sz="500" dirty="0"/>
              <a:t>) → </a:t>
            </a:r>
            <a:r>
              <a:rPr lang="ko-KR" altLang="en-US" sz="500" dirty="0"/>
              <a:t>목적지 도보 </a:t>
            </a:r>
            <a:r>
              <a:rPr lang="en-US" altLang="ko-KR" sz="500" dirty="0"/>
              <a:t>7</a:t>
            </a:r>
            <a:r>
              <a:rPr lang="ko-KR" altLang="en-US" sz="500" dirty="0"/>
              <a:t>분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500" dirty="0"/>
              <a:t>400: </a:t>
            </a:r>
            <a:r>
              <a:rPr lang="ko-KR" altLang="en-US" sz="500" dirty="0"/>
              <a:t>후암시장 → </a:t>
            </a:r>
            <a:r>
              <a:rPr lang="ko-KR" altLang="en-US" sz="500" dirty="0" err="1"/>
              <a:t>숙명여대후문</a:t>
            </a:r>
            <a:r>
              <a:rPr lang="ko-KR" altLang="en-US" sz="500" dirty="0"/>
              <a:t> </a:t>
            </a:r>
            <a:r>
              <a:rPr lang="en-US" altLang="ko-KR" sz="500" dirty="0"/>
              <a:t>(</a:t>
            </a:r>
            <a:r>
              <a:rPr lang="en-US" altLang="ko-KR" sz="500" b="1" dirty="0"/>
              <a:t>9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500" b="1" dirty="0"/>
              <a:t>0411 (interval 14</a:t>
            </a:r>
            <a:r>
              <a:rPr lang="ko-KR" altLang="en-US" sz="500" b="1" dirty="0"/>
              <a:t>분</a:t>
            </a:r>
            <a:r>
              <a:rPr lang="en-US" altLang="ko-KR" sz="500" b="1" dirty="0"/>
              <a:t>)</a:t>
            </a:r>
            <a:endParaRPr lang="ko-KR" altLang="en-US" sz="500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ko-KR" altLang="en-US" sz="500" dirty="0" err="1"/>
              <a:t>숙명여대후문</a:t>
            </a:r>
            <a:r>
              <a:rPr lang="ko-KR" altLang="en-US" sz="500" dirty="0"/>
              <a:t> → 원효로</a:t>
            </a:r>
            <a:r>
              <a:rPr lang="en-US" altLang="ko-KR" sz="500" dirty="0"/>
              <a:t>3</a:t>
            </a:r>
            <a:r>
              <a:rPr lang="ko-KR" altLang="en-US" sz="500" dirty="0"/>
              <a:t>가 </a:t>
            </a:r>
            <a:r>
              <a:rPr lang="en-US" altLang="ko-KR" sz="500" dirty="0"/>
              <a:t>(</a:t>
            </a:r>
            <a:r>
              <a:rPr lang="en-US" altLang="ko-KR" sz="500" b="1" dirty="0"/>
              <a:t>12</a:t>
            </a:r>
            <a:r>
              <a:rPr lang="ko-KR" altLang="en-US" sz="500" b="1" dirty="0"/>
              <a:t>분</a:t>
            </a:r>
            <a:r>
              <a:rPr lang="en-US" altLang="ko-KR" sz="500" dirty="0"/>
              <a:t>) → </a:t>
            </a:r>
            <a:r>
              <a:rPr lang="ko-KR" altLang="en-US" sz="500" dirty="0"/>
              <a:t>목적지 도보 </a:t>
            </a:r>
            <a:r>
              <a:rPr lang="en-US" altLang="ko-KR" sz="500" dirty="0"/>
              <a:t>7</a:t>
            </a:r>
            <a:r>
              <a:rPr lang="ko-KR" altLang="en-US" sz="500" dirty="0"/>
              <a:t>분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500" dirty="0"/>
              <a:t>400: </a:t>
            </a:r>
            <a:r>
              <a:rPr lang="ko-KR" altLang="en-US" sz="500" dirty="0"/>
              <a:t>후암시장 → 효창공원역 </a:t>
            </a:r>
            <a:r>
              <a:rPr lang="en-US" altLang="ko-KR" sz="500" dirty="0"/>
              <a:t>(</a:t>
            </a:r>
            <a:r>
              <a:rPr lang="en-US" altLang="ko-KR" sz="500" b="1" dirty="0"/>
              <a:t>16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/>
              <a:t>효창공원역 → 목적지 도보 </a:t>
            </a:r>
            <a:r>
              <a:rPr lang="en-US" altLang="ko-KR" sz="500" dirty="0"/>
              <a:t>15</a:t>
            </a:r>
            <a:r>
              <a:rPr lang="ko-KR" altLang="en-US" sz="500" dirty="0"/>
              <a:t>분</a:t>
            </a:r>
          </a:p>
          <a:p>
            <a:pPr>
              <a:buNone/>
            </a:pPr>
            <a:br>
              <a:rPr lang="ko-KR" altLang="en-US" sz="500" dirty="0"/>
            </a:br>
            <a:endParaRPr lang="ko-KR" altLang="en-US" sz="500" dirty="0"/>
          </a:p>
          <a:p>
            <a:pPr>
              <a:buNone/>
            </a:pPr>
            <a:r>
              <a:rPr lang="ko-KR" altLang="en-US" sz="500" b="1" dirty="0" err="1"/>
              <a:t>신용산</a:t>
            </a:r>
            <a:r>
              <a:rPr lang="ko-KR" altLang="en-US" sz="500" b="1" dirty="0"/>
              <a:t> </a:t>
            </a:r>
            <a:r>
              <a:rPr lang="en-US" altLang="ko-KR" sz="500" b="1" dirty="0"/>
              <a:t>/ </a:t>
            </a:r>
            <a:r>
              <a:rPr lang="ko-KR" altLang="en-US" sz="500" b="1" dirty="0"/>
              <a:t>한강대교 </a:t>
            </a:r>
            <a:r>
              <a:rPr lang="en-US" altLang="ko-KR" sz="500" b="1" dirty="0"/>
              <a:t>/ </a:t>
            </a:r>
            <a:r>
              <a:rPr lang="ko-KR" altLang="en-US" sz="500" b="1" dirty="0"/>
              <a:t>용산역 </a:t>
            </a:r>
            <a:r>
              <a:rPr lang="en-US" altLang="ko-KR" sz="500" b="1" dirty="0"/>
              <a:t>/ </a:t>
            </a:r>
            <a:r>
              <a:rPr lang="ko-KR" altLang="en-US" sz="500" b="1" dirty="0"/>
              <a:t>성심여고 쪽</a:t>
            </a:r>
            <a:r>
              <a:rPr lang="en-US" altLang="ko-KR" sz="500" b="1" dirty="0"/>
              <a:t>: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500" dirty="0"/>
              <a:t>605: </a:t>
            </a:r>
            <a:r>
              <a:rPr lang="ko-KR" altLang="en-US" sz="500" dirty="0"/>
              <a:t>후암시장 → </a:t>
            </a:r>
            <a:r>
              <a:rPr lang="ko-KR" altLang="en-US" sz="500" dirty="0" err="1"/>
              <a:t>신용산역</a:t>
            </a:r>
            <a:r>
              <a:rPr lang="en-US" altLang="ko-KR" sz="500" dirty="0"/>
              <a:t>(</a:t>
            </a:r>
            <a:r>
              <a:rPr lang="ko-KR" altLang="en-US" sz="500" dirty="0"/>
              <a:t>중앙</a:t>
            </a:r>
            <a:r>
              <a:rPr lang="en-US" altLang="ko-KR" sz="500" dirty="0"/>
              <a:t>) (</a:t>
            </a:r>
            <a:r>
              <a:rPr lang="en-US" altLang="ko-KR" sz="500" b="1" dirty="0"/>
              <a:t>11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 err="1"/>
              <a:t>신용산역</a:t>
            </a:r>
            <a:r>
              <a:rPr lang="en-US" altLang="ko-KR" sz="500" dirty="0"/>
              <a:t>(</a:t>
            </a:r>
            <a:r>
              <a:rPr lang="ko-KR" altLang="en-US" sz="500" dirty="0"/>
              <a:t>중앙</a:t>
            </a:r>
            <a:r>
              <a:rPr lang="en-US" altLang="ko-KR" sz="500" dirty="0"/>
              <a:t>) → </a:t>
            </a:r>
            <a:r>
              <a:rPr lang="ko-KR" altLang="en-US" sz="500" dirty="0" err="1"/>
              <a:t>신용산역</a:t>
            </a:r>
            <a:r>
              <a:rPr lang="en-US" altLang="ko-KR" sz="500" dirty="0"/>
              <a:t>3</a:t>
            </a:r>
            <a:r>
              <a:rPr lang="ko-KR" altLang="en-US" sz="500" dirty="0" err="1"/>
              <a:t>번출구</a:t>
            </a:r>
            <a:r>
              <a:rPr lang="ko-KR" altLang="en-US" sz="500" dirty="0"/>
              <a:t> </a:t>
            </a:r>
            <a:r>
              <a:rPr lang="en-US" altLang="ko-KR" sz="500" dirty="0"/>
              <a:t>(</a:t>
            </a:r>
            <a:r>
              <a:rPr lang="ko-KR" altLang="en-US" sz="500" b="1" dirty="0"/>
              <a:t>도보</a:t>
            </a:r>
            <a:r>
              <a:rPr lang="en-US" altLang="ko-KR" sz="500" b="1" dirty="0"/>
              <a:t>2</a:t>
            </a:r>
            <a:r>
              <a:rPr lang="ko-KR" altLang="en-US" sz="500" b="1" dirty="0"/>
              <a:t>분</a:t>
            </a:r>
            <a:r>
              <a:rPr lang="en-US" altLang="ko-KR" sz="500" dirty="0"/>
              <a:t>) → 0017 → </a:t>
            </a:r>
            <a:r>
              <a:rPr lang="ko-KR" altLang="en-US" sz="500" dirty="0"/>
              <a:t>신창동</a:t>
            </a:r>
            <a:r>
              <a:rPr lang="en-US" altLang="ko-KR" sz="500" dirty="0"/>
              <a:t>(12</a:t>
            </a:r>
            <a:r>
              <a:rPr lang="ko-KR" altLang="en-US" sz="500" dirty="0"/>
              <a:t>분</a:t>
            </a:r>
            <a:r>
              <a:rPr lang="en-US" altLang="ko-KR" sz="500" dirty="0"/>
              <a:t>) → </a:t>
            </a:r>
            <a:r>
              <a:rPr lang="ko-KR" altLang="en-US" sz="500" dirty="0"/>
              <a:t>목적지</a:t>
            </a:r>
            <a:r>
              <a:rPr lang="en-US" altLang="ko-KR" sz="500" dirty="0"/>
              <a:t>(2</a:t>
            </a:r>
            <a:r>
              <a:rPr lang="ko-KR" altLang="en-US" sz="500" dirty="0"/>
              <a:t>분</a:t>
            </a:r>
            <a:r>
              <a:rPr lang="en-US" altLang="ko-KR" sz="5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 err="1"/>
              <a:t>신용산역</a:t>
            </a:r>
            <a:r>
              <a:rPr lang="en-US" altLang="ko-KR" sz="500" dirty="0"/>
              <a:t>(</a:t>
            </a:r>
            <a:r>
              <a:rPr lang="ko-KR" altLang="en-US" sz="500" dirty="0"/>
              <a:t>중앙</a:t>
            </a:r>
            <a:r>
              <a:rPr lang="en-US" altLang="ko-KR" sz="500" dirty="0"/>
              <a:t>) → </a:t>
            </a:r>
            <a:r>
              <a:rPr lang="ko-KR" altLang="en-US" sz="500" dirty="0" err="1"/>
              <a:t>용산역광장</a:t>
            </a:r>
            <a:r>
              <a:rPr lang="ko-KR" altLang="en-US" sz="500" dirty="0"/>
              <a:t> </a:t>
            </a:r>
            <a:r>
              <a:rPr lang="en-US" altLang="ko-KR" sz="500" dirty="0"/>
              <a:t>(</a:t>
            </a:r>
            <a:r>
              <a:rPr lang="ko-KR" altLang="en-US" sz="500" b="1" dirty="0"/>
              <a:t>도보</a:t>
            </a:r>
            <a:r>
              <a:rPr lang="en-US" altLang="ko-KR" sz="500" b="1" dirty="0"/>
              <a:t>2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altLang="ko-KR" sz="500" b="1" dirty="0"/>
              <a:t>5012 (interval 13</a:t>
            </a:r>
            <a:r>
              <a:rPr lang="ko-KR" altLang="en-US" sz="500" b="1" dirty="0"/>
              <a:t>분</a:t>
            </a:r>
            <a:r>
              <a:rPr lang="en-US" altLang="ko-KR" sz="500" b="1" dirty="0"/>
              <a:t>)</a:t>
            </a:r>
            <a:r>
              <a:rPr lang="ko-KR" altLang="en-US" sz="500" dirty="0"/>
              <a:t> </a:t>
            </a:r>
            <a:r>
              <a:rPr lang="en-US" altLang="ko-KR" sz="500" dirty="0"/>
              <a:t>: </a:t>
            </a:r>
            <a:r>
              <a:rPr lang="ko-KR" altLang="en-US" sz="500" dirty="0" err="1"/>
              <a:t>용산역광장</a:t>
            </a:r>
            <a:r>
              <a:rPr lang="ko-KR" altLang="en-US" sz="500" dirty="0"/>
              <a:t> → </a:t>
            </a:r>
            <a:r>
              <a:rPr lang="ko-KR" altLang="en-US" sz="500" dirty="0" err="1"/>
              <a:t>원효대교북단</a:t>
            </a:r>
            <a:r>
              <a:rPr lang="en-US" altLang="ko-KR" sz="500" dirty="0"/>
              <a:t>(6</a:t>
            </a:r>
            <a:r>
              <a:rPr lang="ko-KR" altLang="en-US" sz="500" dirty="0"/>
              <a:t>분</a:t>
            </a:r>
            <a:r>
              <a:rPr lang="en-US" altLang="ko-KR" sz="500" dirty="0"/>
              <a:t>) → </a:t>
            </a:r>
            <a:r>
              <a:rPr lang="ko-KR" altLang="en-US" sz="500" dirty="0"/>
              <a:t>목적지 도보</a:t>
            </a:r>
            <a:r>
              <a:rPr lang="en-US" altLang="ko-KR" sz="500" dirty="0"/>
              <a:t>10</a:t>
            </a:r>
            <a:r>
              <a:rPr lang="ko-KR" altLang="en-US" sz="500" dirty="0"/>
              <a:t>분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altLang="ko-KR" sz="500" dirty="0"/>
              <a:t>0017 : </a:t>
            </a:r>
            <a:r>
              <a:rPr lang="ko-KR" altLang="en-US" sz="500" dirty="0" err="1"/>
              <a:t>용산역광장</a:t>
            </a:r>
            <a:r>
              <a:rPr lang="ko-KR" altLang="en-US" sz="500" dirty="0"/>
              <a:t> → 성심여고</a:t>
            </a:r>
            <a:r>
              <a:rPr lang="en-US" altLang="ko-KR" sz="500" dirty="0"/>
              <a:t>(17</a:t>
            </a:r>
            <a:r>
              <a:rPr lang="ko-KR" altLang="en-US" sz="500" dirty="0"/>
              <a:t>분</a:t>
            </a:r>
            <a:r>
              <a:rPr lang="en-US" altLang="ko-KR" sz="500" dirty="0"/>
              <a:t>) → </a:t>
            </a:r>
            <a:r>
              <a:rPr lang="ko-KR" altLang="en-US" sz="500" dirty="0"/>
              <a:t>목적지 도보</a:t>
            </a:r>
            <a:r>
              <a:rPr lang="en-US" altLang="ko-KR" sz="500" dirty="0"/>
              <a:t>1</a:t>
            </a:r>
            <a:r>
              <a:rPr lang="ko-KR" altLang="en-US" sz="500" dirty="0"/>
              <a:t>분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500" dirty="0"/>
              <a:t>605: </a:t>
            </a:r>
            <a:r>
              <a:rPr lang="ko-KR" altLang="en-US" sz="500" dirty="0"/>
              <a:t>후암시장 → </a:t>
            </a:r>
            <a:r>
              <a:rPr lang="ko-KR" altLang="en-US" sz="500" dirty="0" err="1"/>
              <a:t>한강대교북단</a:t>
            </a:r>
            <a:r>
              <a:rPr lang="en-US" altLang="ko-KR" sz="500" dirty="0"/>
              <a:t>(LGU+) (</a:t>
            </a:r>
            <a:r>
              <a:rPr lang="en-US" altLang="ko-KR" sz="500" b="1" dirty="0"/>
              <a:t>13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 err="1"/>
              <a:t>한강대교북단</a:t>
            </a:r>
            <a:r>
              <a:rPr lang="en-US" altLang="ko-KR" sz="500" dirty="0"/>
              <a:t>(LGU+) → </a:t>
            </a:r>
            <a:r>
              <a:rPr lang="ko-KR" altLang="en-US" sz="500" dirty="0" err="1"/>
              <a:t>한강대교북단</a:t>
            </a:r>
            <a:r>
              <a:rPr lang="en-US" altLang="ko-KR" sz="500" dirty="0"/>
              <a:t>(</a:t>
            </a:r>
            <a:r>
              <a:rPr lang="ko-KR" altLang="en-US" sz="500" b="1" dirty="0"/>
              <a:t>도보</a:t>
            </a:r>
            <a:r>
              <a:rPr lang="en-US" altLang="ko-KR" sz="500" b="1" dirty="0"/>
              <a:t>2</a:t>
            </a:r>
            <a:r>
              <a:rPr lang="ko-KR" altLang="en-US" sz="500" b="1" dirty="0"/>
              <a:t>분</a:t>
            </a:r>
            <a:r>
              <a:rPr lang="en-US" altLang="ko-KR" sz="500" dirty="0"/>
              <a:t>) → 0017 → </a:t>
            </a:r>
            <a:r>
              <a:rPr lang="ko-KR" altLang="en-US" sz="500" dirty="0"/>
              <a:t>성심여고</a:t>
            </a:r>
            <a:r>
              <a:rPr lang="en-US" altLang="ko-KR" sz="500" dirty="0"/>
              <a:t>(13</a:t>
            </a:r>
            <a:r>
              <a:rPr lang="ko-KR" altLang="en-US" sz="500" dirty="0"/>
              <a:t>분</a:t>
            </a:r>
            <a:r>
              <a:rPr lang="en-US" altLang="ko-KR" sz="500" dirty="0"/>
              <a:t>) → </a:t>
            </a:r>
            <a:r>
              <a:rPr lang="ko-KR" altLang="en-US" sz="500" dirty="0"/>
              <a:t>목적지</a:t>
            </a:r>
            <a:r>
              <a:rPr lang="en-US" altLang="ko-KR" sz="500" dirty="0"/>
              <a:t>(1</a:t>
            </a:r>
            <a:r>
              <a:rPr lang="ko-KR" altLang="en-US" sz="500" dirty="0"/>
              <a:t>분</a:t>
            </a:r>
          </a:p>
        </p:txBody>
      </p:sp>
    </p:spTree>
    <p:extLst>
      <p:ext uri="{BB962C8B-B14F-4D97-AF65-F5344CB8AC3E}">
        <p14:creationId xmlns:p14="http://schemas.microsoft.com/office/powerpoint/2010/main" val="4289493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1377</Words>
  <Application>Microsoft Office PowerPoint</Application>
  <PresentationFormat>와이드스크린</PresentationFormat>
  <Paragraphs>161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Courier New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0 sin</dc:creator>
  <cp:lastModifiedBy>0 sin</cp:lastModifiedBy>
  <cp:revision>1</cp:revision>
  <dcterms:created xsi:type="dcterms:W3CDTF">2025-12-07T10:17:51Z</dcterms:created>
  <dcterms:modified xsi:type="dcterms:W3CDTF">2025-12-07T12:16:01Z</dcterms:modified>
</cp:coreProperties>
</file>