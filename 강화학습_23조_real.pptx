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0" r:id="rId4"/>
    <p:sldId id="257" r:id="rId5"/>
    <p:sldId id="263" r:id="rId6"/>
    <p:sldId id="265" r:id="rId7"/>
    <p:sldId id="264" r:id="rId8"/>
    <p:sldId id="267" r:id="rId9"/>
    <p:sldId id="266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F0E596-C63F-46AE-B73E-15D700F13776}" v="216" dt="2025-12-07T14:57:32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0" autoAdjust="0"/>
    <p:restoredTop sz="94660"/>
  </p:normalViewPr>
  <p:slideViewPr>
    <p:cSldViewPr snapToGrid="0">
      <p:cViewPr varScale="1">
        <p:scale>
          <a:sx n="78" d="100"/>
          <a:sy n="78" d="100"/>
        </p:scale>
        <p:origin x="52" y="1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0 sin" userId="ebb98086bdb35cb9" providerId="LiveId" clId="{56B1A686-C712-4236-AD54-9A77BD3DB586}"/>
    <pc:docChg chg="undo custSel addSld delSld modSld sldOrd">
      <pc:chgData name="0 sin" userId="ebb98086bdb35cb9" providerId="LiveId" clId="{56B1A686-C712-4236-AD54-9A77BD3DB586}" dt="2025-12-07T14:57:58.822" v="2104" actId="2711"/>
      <pc:docMkLst>
        <pc:docMk/>
      </pc:docMkLst>
      <pc:sldChg chg="del">
        <pc:chgData name="0 sin" userId="ebb98086bdb35cb9" providerId="LiveId" clId="{56B1A686-C712-4236-AD54-9A77BD3DB586}" dt="2025-12-07T14:26:46.161" v="634" actId="47"/>
        <pc:sldMkLst>
          <pc:docMk/>
          <pc:sldMk cId="1116136527" sldId="256"/>
        </pc:sldMkLst>
      </pc:sldChg>
      <pc:sldChg chg="addSp delSp modSp mod">
        <pc:chgData name="0 sin" userId="ebb98086bdb35cb9" providerId="LiveId" clId="{56B1A686-C712-4236-AD54-9A77BD3DB586}" dt="2025-12-07T14:44:33.099" v="1721" actId="5793"/>
        <pc:sldMkLst>
          <pc:docMk/>
          <pc:sldMk cId="1142439212" sldId="257"/>
        </pc:sldMkLst>
        <pc:spChg chg="del">
          <ac:chgData name="0 sin" userId="ebb98086bdb35cb9" providerId="LiveId" clId="{56B1A686-C712-4236-AD54-9A77BD3DB586}" dt="2025-12-07T14:35:21.478" v="1201" actId="478"/>
          <ac:spMkLst>
            <pc:docMk/>
            <pc:sldMk cId="1142439212" sldId="257"/>
            <ac:spMk id="2" creationId="{8CEE3DCA-3EB4-ED28-3E41-49EA2DA882E8}"/>
          </ac:spMkLst>
        </pc:spChg>
        <pc:spChg chg="add mod">
          <ac:chgData name="0 sin" userId="ebb98086bdb35cb9" providerId="LiveId" clId="{56B1A686-C712-4236-AD54-9A77BD3DB586}" dt="2025-12-07T14:38:11.802" v="1475"/>
          <ac:spMkLst>
            <pc:docMk/>
            <pc:sldMk cId="1142439212" sldId="257"/>
            <ac:spMk id="3" creationId="{5BEA6FA1-0D87-8E1A-AACB-1F0946D88B44}"/>
          </ac:spMkLst>
        </pc:spChg>
        <pc:spChg chg="add mod">
          <ac:chgData name="0 sin" userId="ebb98086bdb35cb9" providerId="LiveId" clId="{56B1A686-C712-4236-AD54-9A77BD3DB586}" dt="2025-12-07T14:38:41.075" v="1527"/>
          <ac:spMkLst>
            <pc:docMk/>
            <pc:sldMk cId="1142439212" sldId="257"/>
            <ac:spMk id="4" creationId="{3FC2FD1C-FF94-50E0-73D6-40B7B5900900}"/>
          </ac:spMkLst>
        </pc:spChg>
        <pc:spChg chg="add mod">
          <ac:chgData name="0 sin" userId="ebb98086bdb35cb9" providerId="LiveId" clId="{56B1A686-C712-4236-AD54-9A77BD3DB586}" dt="2025-12-07T14:41:46.198" v="1610" actId="1076"/>
          <ac:spMkLst>
            <pc:docMk/>
            <pc:sldMk cId="1142439212" sldId="257"/>
            <ac:spMk id="5" creationId="{EBB73291-0E07-10E0-4943-59209D43737D}"/>
          </ac:spMkLst>
        </pc:spChg>
        <pc:spChg chg="add mod">
          <ac:chgData name="0 sin" userId="ebb98086bdb35cb9" providerId="LiveId" clId="{56B1A686-C712-4236-AD54-9A77BD3DB586}" dt="2025-12-07T14:40:34.655" v="1560" actId="20577"/>
          <ac:spMkLst>
            <pc:docMk/>
            <pc:sldMk cId="1142439212" sldId="257"/>
            <ac:spMk id="6" creationId="{68DE3274-5B0C-0BD3-EBE1-6F74167F7597}"/>
          </ac:spMkLst>
        </pc:spChg>
        <pc:spChg chg="add mod">
          <ac:chgData name="0 sin" userId="ebb98086bdb35cb9" providerId="LiveId" clId="{56B1A686-C712-4236-AD54-9A77BD3DB586}" dt="2025-12-07T14:44:33.099" v="1721" actId="5793"/>
          <ac:spMkLst>
            <pc:docMk/>
            <pc:sldMk cId="1142439212" sldId="257"/>
            <ac:spMk id="7" creationId="{2CBA8F22-B82C-6A24-2BD7-A9CD2A970E13}"/>
          </ac:spMkLst>
        </pc:spChg>
        <pc:spChg chg="del mod">
          <ac:chgData name="0 sin" userId="ebb98086bdb35cb9" providerId="LiveId" clId="{56B1A686-C712-4236-AD54-9A77BD3DB586}" dt="2025-12-07T14:35:25.749" v="1204" actId="21"/>
          <ac:spMkLst>
            <pc:docMk/>
            <pc:sldMk cId="1142439212" sldId="257"/>
            <ac:spMk id="9" creationId="{3AF7323E-BC23-1499-3355-83AC2C8FB008}"/>
          </ac:spMkLst>
        </pc:spChg>
      </pc:sldChg>
      <pc:sldChg chg="del">
        <pc:chgData name="0 sin" userId="ebb98086bdb35cb9" providerId="LiveId" clId="{56B1A686-C712-4236-AD54-9A77BD3DB586}" dt="2025-12-07T13:55:23.075" v="0" actId="47"/>
        <pc:sldMkLst>
          <pc:docMk/>
          <pc:sldMk cId="4289493477" sldId="258"/>
        </pc:sldMkLst>
      </pc:sldChg>
      <pc:sldChg chg="addSp delSp modSp mod">
        <pc:chgData name="0 sin" userId="ebb98086bdb35cb9" providerId="LiveId" clId="{56B1A686-C712-4236-AD54-9A77BD3DB586}" dt="2025-12-07T14:39:03.602" v="1544"/>
        <pc:sldMkLst>
          <pc:docMk/>
          <pc:sldMk cId="3379505822" sldId="259"/>
        </pc:sldMkLst>
        <pc:spChg chg="add mod">
          <ac:chgData name="0 sin" userId="ebb98086bdb35cb9" providerId="LiveId" clId="{56B1A686-C712-4236-AD54-9A77BD3DB586}" dt="2025-12-07T14:18:22.078" v="293" actId="207"/>
          <ac:spMkLst>
            <pc:docMk/>
            <pc:sldMk cId="3379505822" sldId="259"/>
            <ac:spMk id="2" creationId="{9B0CEB53-1651-575C-0838-3A3A9A5F3288}"/>
          </ac:spMkLst>
        </pc:spChg>
        <pc:spChg chg="add mod ord">
          <ac:chgData name="0 sin" userId="ebb98086bdb35cb9" providerId="LiveId" clId="{56B1A686-C712-4236-AD54-9A77BD3DB586}" dt="2025-12-07T14:18:15.061" v="291" actId="14100"/>
          <ac:spMkLst>
            <pc:docMk/>
            <pc:sldMk cId="3379505822" sldId="259"/>
            <ac:spMk id="3" creationId="{4366A264-B2B7-1105-C78B-9BA182A2D04B}"/>
          </ac:spMkLst>
        </pc:spChg>
        <pc:spChg chg="del">
          <ac:chgData name="0 sin" userId="ebb98086bdb35cb9" providerId="LiveId" clId="{56B1A686-C712-4236-AD54-9A77BD3DB586}" dt="2025-12-07T14:18:04.179" v="287" actId="478"/>
          <ac:spMkLst>
            <pc:docMk/>
            <pc:sldMk cId="3379505822" sldId="259"/>
            <ac:spMk id="4" creationId="{41E13A25-A55B-15E5-B37E-9A6684C3D2DB}"/>
          </ac:spMkLst>
        </pc:spChg>
        <pc:spChg chg="mod">
          <ac:chgData name="0 sin" userId="ebb98086bdb35cb9" providerId="LiveId" clId="{56B1A686-C712-4236-AD54-9A77BD3DB586}" dt="2025-12-07T14:39:03.602" v="1544"/>
          <ac:spMkLst>
            <pc:docMk/>
            <pc:sldMk cId="3379505822" sldId="259"/>
            <ac:spMk id="5" creationId="{C9796FFA-0627-EB47-6AAA-3FFDC9F55355}"/>
          </ac:spMkLst>
        </pc:spChg>
        <pc:spChg chg="mod">
          <ac:chgData name="0 sin" userId="ebb98086bdb35cb9" providerId="LiveId" clId="{56B1A686-C712-4236-AD54-9A77BD3DB586}" dt="2025-12-07T14:29:55.701" v="865" actId="20577"/>
          <ac:spMkLst>
            <pc:docMk/>
            <pc:sldMk cId="3379505822" sldId="259"/>
            <ac:spMk id="6" creationId="{C6CEBE3C-B5FB-4FC9-AB2B-619C82E97441}"/>
          </ac:spMkLst>
        </pc:spChg>
        <pc:picChg chg="add del mod">
          <ac:chgData name="0 sin" userId="ebb98086bdb35cb9" providerId="LiveId" clId="{56B1A686-C712-4236-AD54-9A77BD3DB586}" dt="2025-12-07T14:25:52.626" v="601" actId="21"/>
          <ac:picMkLst>
            <pc:docMk/>
            <pc:sldMk cId="3379505822" sldId="259"/>
            <ac:picMk id="7" creationId="{FC4B9DAF-9301-FAF3-58AC-6343A2CF7384}"/>
          </ac:picMkLst>
        </pc:picChg>
      </pc:sldChg>
      <pc:sldChg chg="addSp delSp modSp mod">
        <pc:chgData name="0 sin" userId="ebb98086bdb35cb9" providerId="LiveId" clId="{56B1A686-C712-4236-AD54-9A77BD3DB586}" dt="2025-12-07T14:38:03.973" v="1474"/>
        <pc:sldMkLst>
          <pc:docMk/>
          <pc:sldMk cId="740101795" sldId="260"/>
        </pc:sldMkLst>
        <pc:spChg chg="add mod">
          <ac:chgData name="0 sin" userId="ebb98086bdb35cb9" providerId="LiveId" clId="{56B1A686-C712-4236-AD54-9A77BD3DB586}" dt="2025-12-07T14:30:02.068" v="866"/>
          <ac:spMkLst>
            <pc:docMk/>
            <pc:sldMk cId="740101795" sldId="260"/>
            <ac:spMk id="2" creationId="{99AE0CF2-3441-2692-49B4-D28960C9CD49}"/>
          </ac:spMkLst>
        </pc:spChg>
        <pc:spChg chg="add mod">
          <ac:chgData name="0 sin" userId="ebb98086bdb35cb9" providerId="LiveId" clId="{56B1A686-C712-4236-AD54-9A77BD3DB586}" dt="2025-12-07T14:30:30.702" v="871"/>
          <ac:spMkLst>
            <pc:docMk/>
            <pc:sldMk cId="740101795" sldId="260"/>
            <ac:spMk id="3" creationId="{EDD14BC0-4AE7-4B98-39AA-FBCA6D29A2CD}"/>
          </ac:spMkLst>
        </pc:spChg>
        <pc:spChg chg="del mod">
          <ac:chgData name="0 sin" userId="ebb98086bdb35cb9" providerId="LiveId" clId="{56B1A686-C712-4236-AD54-9A77BD3DB586}" dt="2025-12-07T14:35:10.037" v="1198" actId="478"/>
          <ac:spMkLst>
            <pc:docMk/>
            <pc:sldMk cId="740101795" sldId="260"/>
            <ac:spMk id="4" creationId="{DC5119A6-2839-E04F-8D04-EE1AE60E1837}"/>
          </ac:spMkLst>
        </pc:spChg>
        <pc:spChg chg="del mod">
          <ac:chgData name="0 sin" userId="ebb98086bdb35cb9" providerId="LiveId" clId="{56B1A686-C712-4236-AD54-9A77BD3DB586}" dt="2025-12-07T14:34:01.513" v="1106" actId="478"/>
          <ac:spMkLst>
            <pc:docMk/>
            <pc:sldMk cId="740101795" sldId="260"/>
            <ac:spMk id="5" creationId="{18C9ABCC-6DBD-26DC-BA6B-1ECD8073C8C3}"/>
          </ac:spMkLst>
        </pc:spChg>
        <pc:spChg chg="add del">
          <ac:chgData name="0 sin" userId="ebb98086bdb35cb9" providerId="LiveId" clId="{56B1A686-C712-4236-AD54-9A77BD3DB586}" dt="2025-12-07T14:31:41.195" v="884" actId="22"/>
          <ac:spMkLst>
            <pc:docMk/>
            <pc:sldMk cId="740101795" sldId="260"/>
            <ac:spMk id="8" creationId="{72D03975-63EE-B616-0B56-987967A4B699}"/>
          </ac:spMkLst>
        </pc:spChg>
        <pc:spChg chg="add mod">
          <ac:chgData name="0 sin" userId="ebb98086bdb35cb9" providerId="LiveId" clId="{56B1A686-C712-4236-AD54-9A77BD3DB586}" dt="2025-12-07T14:34:16.791" v="1128" actId="1076"/>
          <ac:spMkLst>
            <pc:docMk/>
            <pc:sldMk cId="740101795" sldId="260"/>
            <ac:spMk id="9" creationId="{EFE3B868-21D0-073A-C4BD-54D1ED38AEAB}"/>
          </ac:spMkLst>
        </pc:spChg>
        <pc:spChg chg="add mod">
          <ac:chgData name="0 sin" userId="ebb98086bdb35cb9" providerId="LiveId" clId="{56B1A686-C712-4236-AD54-9A77BD3DB586}" dt="2025-12-07T14:38:03.973" v="1474"/>
          <ac:spMkLst>
            <pc:docMk/>
            <pc:sldMk cId="740101795" sldId="260"/>
            <ac:spMk id="10" creationId="{3FE45A50-C39F-730A-72A5-3B9B1256C893}"/>
          </ac:spMkLst>
        </pc:spChg>
        <pc:spChg chg="add mod">
          <ac:chgData name="0 sin" userId="ebb98086bdb35cb9" providerId="LiveId" clId="{56B1A686-C712-4236-AD54-9A77BD3DB586}" dt="2025-12-07T14:35:13.194" v="1199" actId="1076"/>
          <ac:spMkLst>
            <pc:docMk/>
            <pc:sldMk cId="740101795" sldId="260"/>
            <ac:spMk id="11" creationId="{C9126897-C086-C6CD-061B-35EACB5FD774}"/>
          </ac:spMkLst>
        </pc:spChg>
        <pc:spChg chg="add mod">
          <ac:chgData name="0 sin" userId="ebb98086bdb35cb9" providerId="LiveId" clId="{56B1A686-C712-4236-AD54-9A77BD3DB586}" dt="2025-12-07T14:35:26.928" v="1205"/>
          <ac:spMkLst>
            <pc:docMk/>
            <pc:sldMk cId="740101795" sldId="260"/>
            <ac:spMk id="12" creationId="{3AF7323E-BC23-1499-3355-83AC2C8FB008}"/>
          </ac:spMkLst>
        </pc:spChg>
        <pc:picChg chg="add mod">
          <ac:chgData name="0 sin" userId="ebb98086bdb35cb9" providerId="LiveId" clId="{56B1A686-C712-4236-AD54-9A77BD3DB586}" dt="2025-12-07T14:35:37.278" v="1207" actId="14100"/>
          <ac:picMkLst>
            <pc:docMk/>
            <pc:sldMk cId="740101795" sldId="260"/>
            <ac:picMk id="7" creationId="{FC4B9DAF-9301-FAF3-58AC-6343A2CF7384}"/>
          </ac:picMkLst>
        </pc:picChg>
      </pc:sldChg>
      <pc:sldChg chg="del">
        <pc:chgData name="0 sin" userId="ebb98086bdb35cb9" providerId="LiveId" clId="{56B1A686-C712-4236-AD54-9A77BD3DB586}" dt="2025-12-07T14:09:53.146" v="60" actId="47"/>
        <pc:sldMkLst>
          <pc:docMk/>
          <pc:sldMk cId="2267744548" sldId="261"/>
        </pc:sldMkLst>
      </pc:sldChg>
      <pc:sldChg chg="addSp delSp modSp add mod">
        <pc:chgData name="0 sin" userId="ebb98086bdb35cb9" providerId="LiveId" clId="{56B1A686-C712-4236-AD54-9A77BD3DB586}" dt="2025-12-07T14:43:43.194" v="1707" actId="20577"/>
        <pc:sldMkLst>
          <pc:docMk/>
          <pc:sldMk cId="1839600059" sldId="262"/>
        </pc:sldMkLst>
        <pc:spChg chg="add mod">
          <ac:chgData name="0 sin" userId="ebb98086bdb35cb9" providerId="LiveId" clId="{56B1A686-C712-4236-AD54-9A77BD3DB586}" dt="2025-12-07T14:13:20.596" v="131" actId="1076"/>
          <ac:spMkLst>
            <pc:docMk/>
            <pc:sldMk cId="1839600059" sldId="262"/>
            <ac:spMk id="2" creationId="{A07C0678-6504-F41E-5489-09063AC52057}"/>
          </ac:spMkLst>
        </pc:spChg>
        <pc:spChg chg="add mod">
          <ac:chgData name="0 sin" userId="ebb98086bdb35cb9" providerId="LiveId" clId="{56B1A686-C712-4236-AD54-9A77BD3DB586}" dt="2025-12-07T14:07:53.262" v="4"/>
          <ac:spMkLst>
            <pc:docMk/>
            <pc:sldMk cId="1839600059" sldId="262"/>
            <ac:spMk id="3" creationId="{05D83D20-4F5A-7D08-E039-A58D03914B11}"/>
          </ac:spMkLst>
        </pc:spChg>
        <pc:spChg chg="mod">
          <ac:chgData name="0 sin" userId="ebb98086bdb35cb9" providerId="LiveId" clId="{56B1A686-C712-4236-AD54-9A77BD3DB586}" dt="2025-12-07T14:43:43.194" v="1707" actId="20577"/>
          <ac:spMkLst>
            <pc:docMk/>
            <pc:sldMk cId="1839600059" sldId="262"/>
            <ac:spMk id="4" creationId="{8B35FBB9-1CF0-60C1-6044-CD52DEA36B53}"/>
          </ac:spMkLst>
        </pc:spChg>
        <pc:spChg chg="mod">
          <ac:chgData name="0 sin" userId="ebb98086bdb35cb9" providerId="LiveId" clId="{56B1A686-C712-4236-AD54-9A77BD3DB586}" dt="2025-12-07T14:13:30.550" v="132" actId="207"/>
          <ac:spMkLst>
            <pc:docMk/>
            <pc:sldMk cId="1839600059" sldId="262"/>
            <ac:spMk id="5" creationId="{0DC2CC28-2507-0F1E-A4DD-7872F57ED29C}"/>
          </ac:spMkLst>
        </pc:spChg>
        <pc:spChg chg="del">
          <ac:chgData name="0 sin" userId="ebb98086bdb35cb9" providerId="LiveId" clId="{56B1A686-C712-4236-AD54-9A77BD3DB586}" dt="2025-12-07T14:09:49.598" v="59" actId="478"/>
          <ac:spMkLst>
            <pc:docMk/>
            <pc:sldMk cId="1839600059" sldId="262"/>
            <ac:spMk id="6" creationId="{DE9473FD-581F-940A-5D1B-AC4B3B08019B}"/>
          </ac:spMkLst>
        </pc:spChg>
        <pc:spChg chg="add mod">
          <ac:chgData name="0 sin" userId="ebb98086bdb35cb9" providerId="LiveId" clId="{56B1A686-C712-4236-AD54-9A77BD3DB586}" dt="2025-12-07T14:07:53.262" v="4"/>
          <ac:spMkLst>
            <pc:docMk/>
            <pc:sldMk cId="1839600059" sldId="262"/>
            <ac:spMk id="7" creationId="{3447DA84-37B1-1D6B-EEA9-9FE701481FA3}"/>
          </ac:spMkLst>
        </pc:spChg>
        <pc:spChg chg="add mod">
          <ac:chgData name="0 sin" userId="ebb98086bdb35cb9" providerId="LiveId" clId="{56B1A686-C712-4236-AD54-9A77BD3DB586}" dt="2025-12-07T14:07:53.262" v="4"/>
          <ac:spMkLst>
            <pc:docMk/>
            <pc:sldMk cId="1839600059" sldId="262"/>
            <ac:spMk id="8" creationId="{4A787354-EE2C-A84C-43B4-FA32CD5755B6}"/>
          </ac:spMkLst>
        </pc:spChg>
        <pc:spChg chg="add mod">
          <ac:chgData name="0 sin" userId="ebb98086bdb35cb9" providerId="LiveId" clId="{56B1A686-C712-4236-AD54-9A77BD3DB586}" dt="2025-12-07T14:07:53.262" v="4"/>
          <ac:spMkLst>
            <pc:docMk/>
            <pc:sldMk cId="1839600059" sldId="262"/>
            <ac:spMk id="9" creationId="{A8B97B51-804D-1353-F446-E1565871EE80}"/>
          </ac:spMkLst>
        </pc:spChg>
        <pc:spChg chg="add mod">
          <ac:chgData name="0 sin" userId="ebb98086bdb35cb9" providerId="LiveId" clId="{56B1A686-C712-4236-AD54-9A77BD3DB586}" dt="2025-12-07T14:07:53.262" v="4"/>
          <ac:spMkLst>
            <pc:docMk/>
            <pc:sldMk cId="1839600059" sldId="262"/>
            <ac:spMk id="10" creationId="{54FEE6A3-721C-0FA2-02DB-37E02EFCBDD2}"/>
          </ac:spMkLst>
        </pc:spChg>
        <pc:spChg chg="add mod">
          <ac:chgData name="0 sin" userId="ebb98086bdb35cb9" providerId="LiveId" clId="{56B1A686-C712-4236-AD54-9A77BD3DB586}" dt="2025-12-07T14:07:53.262" v="4"/>
          <ac:spMkLst>
            <pc:docMk/>
            <pc:sldMk cId="1839600059" sldId="262"/>
            <ac:spMk id="11" creationId="{0392AAB5-9C06-4AE2-9DB2-B8299D6FD10E}"/>
          </ac:spMkLst>
        </pc:spChg>
        <pc:spChg chg="add mod">
          <ac:chgData name="0 sin" userId="ebb98086bdb35cb9" providerId="LiveId" clId="{56B1A686-C712-4236-AD54-9A77BD3DB586}" dt="2025-12-07T14:07:53.262" v="4"/>
          <ac:spMkLst>
            <pc:docMk/>
            <pc:sldMk cId="1839600059" sldId="262"/>
            <ac:spMk id="12" creationId="{68E1566E-0E92-784D-C553-0A8EE0101B17}"/>
          </ac:spMkLst>
        </pc:spChg>
        <pc:spChg chg="add mod">
          <ac:chgData name="0 sin" userId="ebb98086bdb35cb9" providerId="LiveId" clId="{56B1A686-C712-4236-AD54-9A77BD3DB586}" dt="2025-12-07T14:07:53.262" v="4"/>
          <ac:spMkLst>
            <pc:docMk/>
            <pc:sldMk cId="1839600059" sldId="262"/>
            <ac:spMk id="13" creationId="{DBE723BD-5498-F480-3454-9CF437C74857}"/>
          </ac:spMkLst>
        </pc:spChg>
        <pc:spChg chg="add mod">
          <ac:chgData name="0 sin" userId="ebb98086bdb35cb9" providerId="LiveId" clId="{56B1A686-C712-4236-AD54-9A77BD3DB586}" dt="2025-12-07T14:08:37.439" v="5"/>
          <ac:spMkLst>
            <pc:docMk/>
            <pc:sldMk cId="1839600059" sldId="262"/>
            <ac:spMk id="14" creationId="{5873BDD6-7AB8-AD86-B619-15331F91A095}"/>
          </ac:spMkLst>
        </pc:spChg>
        <pc:spChg chg="add mod">
          <ac:chgData name="0 sin" userId="ebb98086bdb35cb9" providerId="LiveId" clId="{56B1A686-C712-4236-AD54-9A77BD3DB586}" dt="2025-12-07T14:08:37.439" v="5"/>
          <ac:spMkLst>
            <pc:docMk/>
            <pc:sldMk cId="1839600059" sldId="262"/>
            <ac:spMk id="15" creationId="{9D6A0B48-F08A-5A94-8DFA-D3D80EEC8431}"/>
          </ac:spMkLst>
        </pc:spChg>
        <pc:spChg chg="add mod">
          <ac:chgData name="0 sin" userId="ebb98086bdb35cb9" providerId="LiveId" clId="{56B1A686-C712-4236-AD54-9A77BD3DB586}" dt="2025-12-07T14:08:37.439" v="5"/>
          <ac:spMkLst>
            <pc:docMk/>
            <pc:sldMk cId="1839600059" sldId="262"/>
            <ac:spMk id="16" creationId="{D0937658-138E-DF64-7276-00288379B5F6}"/>
          </ac:spMkLst>
        </pc:spChg>
        <pc:spChg chg="add mod">
          <ac:chgData name="0 sin" userId="ebb98086bdb35cb9" providerId="LiveId" clId="{56B1A686-C712-4236-AD54-9A77BD3DB586}" dt="2025-12-07T14:08:37.439" v="5"/>
          <ac:spMkLst>
            <pc:docMk/>
            <pc:sldMk cId="1839600059" sldId="262"/>
            <ac:spMk id="17" creationId="{E43A7205-6793-3BA7-5253-404D70F44D15}"/>
          </ac:spMkLst>
        </pc:spChg>
        <pc:spChg chg="add mod">
          <ac:chgData name="0 sin" userId="ebb98086bdb35cb9" providerId="LiveId" clId="{56B1A686-C712-4236-AD54-9A77BD3DB586}" dt="2025-12-07T14:08:37.439" v="5"/>
          <ac:spMkLst>
            <pc:docMk/>
            <pc:sldMk cId="1839600059" sldId="262"/>
            <ac:spMk id="18" creationId="{A298DE00-56AA-0971-2B4E-D5C9D885438B}"/>
          </ac:spMkLst>
        </pc:spChg>
        <pc:spChg chg="add mod">
          <ac:chgData name="0 sin" userId="ebb98086bdb35cb9" providerId="LiveId" clId="{56B1A686-C712-4236-AD54-9A77BD3DB586}" dt="2025-12-07T14:08:37.439" v="5"/>
          <ac:spMkLst>
            <pc:docMk/>
            <pc:sldMk cId="1839600059" sldId="262"/>
            <ac:spMk id="19" creationId="{99CBDF48-823D-42B2-2F54-0263A51B9053}"/>
          </ac:spMkLst>
        </pc:spChg>
        <pc:spChg chg="add mod">
          <ac:chgData name="0 sin" userId="ebb98086bdb35cb9" providerId="LiveId" clId="{56B1A686-C712-4236-AD54-9A77BD3DB586}" dt="2025-12-07T14:08:37.439" v="5"/>
          <ac:spMkLst>
            <pc:docMk/>
            <pc:sldMk cId="1839600059" sldId="262"/>
            <ac:spMk id="20" creationId="{D17865E6-5880-F53D-E117-97132632932D}"/>
          </ac:spMkLst>
        </pc:spChg>
        <pc:spChg chg="add mod">
          <ac:chgData name="0 sin" userId="ebb98086bdb35cb9" providerId="LiveId" clId="{56B1A686-C712-4236-AD54-9A77BD3DB586}" dt="2025-12-07T14:08:37.439" v="5"/>
          <ac:spMkLst>
            <pc:docMk/>
            <pc:sldMk cId="1839600059" sldId="262"/>
            <ac:spMk id="21" creationId="{B53A1E3B-C908-F01A-8B82-4A3244EFB590}"/>
          </ac:spMkLst>
        </pc:spChg>
        <pc:spChg chg="add mod">
          <ac:chgData name="0 sin" userId="ebb98086bdb35cb9" providerId="LiveId" clId="{56B1A686-C712-4236-AD54-9A77BD3DB586}" dt="2025-12-07T14:12:15.296" v="107" actId="20577"/>
          <ac:spMkLst>
            <pc:docMk/>
            <pc:sldMk cId="1839600059" sldId="262"/>
            <ac:spMk id="22" creationId="{51E86DD5-3840-65E8-EF4C-2334FDECB9CB}"/>
          </ac:spMkLst>
        </pc:spChg>
        <pc:spChg chg="add mod ord">
          <ac:chgData name="0 sin" userId="ebb98086bdb35cb9" providerId="LiveId" clId="{56B1A686-C712-4236-AD54-9A77BD3DB586}" dt="2025-12-07T14:12:34.783" v="113" actId="1076"/>
          <ac:spMkLst>
            <pc:docMk/>
            <pc:sldMk cId="1839600059" sldId="262"/>
            <ac:spMk id="23" creationId="{292E57B0-4FA6-B655-8DEF-56CB2D71FAEA}"/>
          </ac:spMkLst>
        </pc:spChg>
      </pc:sldChg>
      <pc:sldChg chg="addSp delSp modSp add mod">
        <pc:chgData name="0 sin" userId="ebb98086bdb35cb9" providerId="LiveId" clId="{56B1A686-C712-4236-AD54-9A77BD3DB586}" dt="2025-12-07T14:48:29.030" v="1807" actId="20577"/>
        <pc:sldMkLst>
          <pc:docMk/>
          <pc:sldMk cId="4011532117" sldId="263"/>
        </pc:sldMkLst>
        <pc:spChg chg="mod">
          <ac:chgData name="0 sin" userId="ebb98086bdb35cb9" providerId="LiveId" clId="{56B1A686-C712-4236-AD54-9A77BD3DB586}" dt="2025-12-07T14:42:09.894" v="1658"/>
          <ac:spMkLst>
            <pc:docMk/>
            <pc:sldMk cId="4011532117" sldId="263"/>
            <ac:spMk id="4" creationId="{FD76872E-814D-758A-AF7C-C53B3212103B}"/>
          </ac:spMkLst>
        </pc:spChg>
        <pc:spChg chg="del">
          <ac:chgData name="0 sin" userId="ebb98086bdb35cb9" providerId="LiveId" clId="{56B1A686-C712-4236-AD54-9A77BD3DB586}" dt="2025-12-07T14:42:13.538" v="1659" actId="478"/>
          <ac:spMkLst>
            <pc:docMk/>
            <pc:sldMk cId="4011532117" sldId="263"/>
            <ac:spMk id="5" creationId="{903441DF-974B-B99B-C8FC-C3993AA5CC8B}"/>
          </ac:spMkLst>
        </pc:spChg>
        <pc:spChg chg="del">
          <ac:chgData name="0 sin" userId="ebb98086bdb35cb9" providerId="LiveId" clId="{56B1A686-C712-4236-AD54-9A77BD3DB586}" dt="2025-12-07T14:42:13.538" v="1659" actId="478"/>
          <ac:spMkLst>
            <pc:docMk/>
            <pc:sldMk cId="4011532117" sldId="263"/>
            <ac:spMk id="6" creationId="{192261EC-53AB-7E8B-CC0E-5D4A1B1DD411}"/>
          </ac:spMkLst>
        </pc:spChg>
        <pc:spChg chg="del">
          <ac:chgData name="0 sin" userId="ebb98086bdb35cb9" providerId="LiveId" clId="{56B1A686-C712-4236-AD54-9A77BD3DB586}" dt="2025-12-07T14:42:15.341" v="1660" actId="478"/>
          <ac:spMkLst>
            <pc:docMk/>
            <pc:sldMk cId="4011532117" sldId="263"/>
            <ac:spMk id="7" creationId="{88427F5F-19C4-E657-3F53-59499B1CF7D4}"/>
          </ac:spMkLst>
        </pc:spChg>
        <pc:spChg chg="add mod">
          <ac:chgData name="0 sin" userId="ebb98086bdb35cb9" providerId="LiveId" clId="{56B1A686-C712-4236-AD54-9A77BD3DB586}" dt="2025-12-07T14:48:29.030" v="1807" actId="20577"/>
          <ac:spMkLst>
            <pc:docMk/>
            <pc:sldMk cId="4011532117" sldId="263"/>
            <ac:spMk id="8" creationId="{22AE1FB2-85CE-A9D5-43EC-52B872C01415}"/>
          </ac:spMkLst>
        </pc:spChg>
      </pc:sldChg>
      <pc:sldChg chg="addSp delSp modSp add mod ord">
        <pc:chgData name="0 sin" userId="ebb98086bdb35cb9" providerId="LiveId" clId="{56B1A686-C712-4236-AD54-9A77BD3DB586}" dt="2025-12-07T14:52:33.144" v="1916"/>
        <pc:sldMkLst>
          <pc:docMk/>
          <pc:sldMk cId="2083708076" sldId="264"/>
        </pc:sldMkLst>
        <pc:spChg chg="mod">
          <ac:chgData name="0 sin" userId="ebb98086bdb35cb9" providerId="LiveId" clId="{56B1A686-C712-4236-AD54-9A77BD3DB586}" dt="2025-12-07T14:52:33.144" v="1916"/>
          <ac:spMkLst>
            <pc:docMk/>
            <pc:sldMk cId="2083708076" sldId="264"/>
            <ac:spMk id="4" creationId="{61EA711A-ABEA-EC0A-C31E-13F4D63449C9}"/>
          </ac:spMkLst>
        </pc:spChg>
        <pc:spChg chg="add mod">
          <ac:chgData name="0 sin" userId="ebb98086bdb35cb9" providerId="LiveId" clId="{56B1A686-C712-4236-AD54-9A77BD3DB586}" dt="2025-12-07T14:52:16.350" v="1887" actId="404"/>
          <ac:spMkLst>
            <pc:docMk/>
            <pc:sldMk cId="2083708076" sldId="264"/>
            <ac:spMk id="5" creationId="{4A738866-BCE6-765E-D0B5-33E3322AEB2C}"/>
          </ac:spMkLst>
        </pc:spChg>
        <pc:spChg chg="del">
          <ac:chgData name="0 sin" userId="ebb98086bdb35cb9" providerId="LiveId" clId="{56B1A686-C712-4236-AD54-9A77BD3DB586}" dt="2025-12-07T14:43:58.916" v="1717" actId="478"/>
          <ac:spMkLst>
            <pc:docMk/>
            <pc:sldMk cId="2083708076" sldId="264"/>
            <ac:spMk id="8" creationId="{BFE81321-FE40-B5E8-3B1D-C0C46A594AE3}"/>
          </ac:spMkLst>
        </pc:spChg>
        <pc:picChg chg="add mod">
          <ac:chgData name="0 sin" userId="ebb98086bdb35cb9" providerId="LiveId" clId="{56B1A686-C712-4236-AD54-9A77BD3DB586}" dt="2025-12-07T14:52:22.539" v="1890" actId="1076"/>
          <ac:picMkLst>
            <pc:docMk/>
            <pc:sldMk cId="2083708076" sldId="264"/>
            <ac:picMk id="7" creationId="{E815BCCE-C80E-722E-9B55-4E703ED66C2D}"/>
          </ac:picMkLst>
        </pc:picChg>
        <pc:picChg chg="add mod">
          <ac:chgData name="0 sin" userId="ebb98086bdb35cb9" providerId="LiveId" clId="{56B1A686-C712-4236-AD54-9A77BD3DB586}" dt="2025-12-07T14:52:24.420" v="1891" actId="1076"/>
          <ac:picMkLst>
            <pc:docMk/>
            <pc:sldMk cId="2083708076" sldId="264"/>
            <ac:picMk id="10" creationId="{6A1AFCD4-BD3B-D824-25BD-D02B26C8CC04}"/>
          </ac:picMkLst>
        </pc:picChg>
      </pc:sldChg>
      <pc:sldChg chg="addSp delSp modSp add mod">
        <pc:chgData name="0 sin" userId="ebb98086bdb35cb9" providerId="LiveId" clId="{56B1A686-C712-4236-AD54-9A77BD3DB586}" dt="2025-12-07T14:51:30.242" v="1876" actId="14100"/>
        <pc:sldMkLst>
          <pc:docMk/>
          <pc:sldMk cId="2589075477" sldId="265"/>
        </pc:sldMkLst>
        <pc:spChg chg="mod">
          <ac:chgData name="0 sin" userId="ebb98086bdb35cb9" providerId="LiveId" clId="{56B1A686-C712-4236-AD54-9A77BD3DB586}" dt="2025-12-07T14:50:12.749" v="1856"/>
          <ac:spMkLst>
            <pc:docMk/>
            <pc:sldMk cId="2589075477" sldId="265"/>
            <ac:spMk id="4" creationId="{D65777AD-E1D2-A07C-8AB4-28504567C3F3}"/>
          </ac:spMkLst>
        </pc:spChg>
        <pc:spChg chg="add del mod">
          <ac:chgData name="0 sin" userId="ebb98086bdb35cb9" providerId="LiveId" clId="{56B1A686-C712-4236-AD54-9A77BD3DB586}" dt="2025-12-07T14:47:50.150" v="1789" actId="478"/>
          <ac:spMkLst>
            <pc:docMk/>
            <pc:sldMk cId="2589075477" sldId="265"/>
            <ac:spMk id="6" creationId="{53EE8000-54F1-3F0F-E218-DB0E79260239}"/>
          </ac:spMkLst>
        </pc:spChg>
        <pc:spChg chg="add del">
          <ac:chgData name="0 sin" userId="ebb98086bdb35cb9" providerId="LiveId" clId="{56B1A686-C712-4236-AD54-9A77BD3DB586}" dt="2025-12-07T14:48:48.536" v="1810" actId="22"/>
          <ac:spMkLst>
            <pc:docMk/>
            <pc:sldMk cId="2589075477" sldId="265"/>
            <ac:spMk id="8" creationId="{64C2E9BA-FE35-F6FC-7B1C-36386B4102E7}"/>
          </ac:spMkLst>
        </pc:spChg>
        <pc:spChg chg="add del mod">
          <ac:chgData name="0 sin" userId="ebb98086bdb35cb9" providerId="LiveId" clId="{56B1A686-C712-4236-AD54-9A77BD3DB586}" dt="2025-12-07T14:48:57.570" v="1815" actId="478"/>
          <ac:spMkLst>
            <pc:docMk/>
            <pc:sldMk cId="2589075477" sldId="265"/>
            <ac:spMk id="10" creationId="{0A3D3E2B-2314-1C43-F144-1C0DC2B93EE5}"/>
          </ac:spMkLst>
        </pc:spChg>
        <pc:picChg chg="add del mod">
          <ac:chgData name="0 sin" userId="ebb98086bdb35cb9" providerId="LiveId" clId="{56B1A686-C712-4236-AD54-9A77BD3DB586}" dt="2025-12-07T14:50:35.773" v="1858" actId="478"/>
          <ac:picMkLst>
            <pc:docMk/>
            <pc:sldMk cId="2589075477" sldId="265"/>
            <ac:picMk id="5" creationId="{214513B9-CB20-C9BD-E353-950087A658AB}"/>
          </ac:picMkLst>
        </pc:picChg>
        <pc:picChg chg="add del mod">
          <ac:chgData name="0 sin" userId="ebb98086bdb35cb9" providerId="LiveId" clId="{56B1A686-C712-4236-AD54-9A77BD3DB586}" dt="2025-12-07T14:50:36.373" v="1859" actId="478"/>
          <ac:picMkLst>
            <pc:docMk/>
            <pc:sldMk cId="2589075477" sldId="265"/>
            <ac:picMk id="12" creationId="{DA72D766-8A9F-95CC-AEE7-BB3D2E6A354C}"/>
          </ac:picMkLst>
        </pc:picChg>
        <pc:picChg chg="add mod">
          <ac:chgData name="0 sin" userId="ebb98086bdb35cb9" providerId="LiveId" clId="{56B1A686-C712-4236-AD54-9A77BD3DB586}" dt="2025-12-07T14:51:23.327" v="1874" actId="1076"/>
          <ac:picMkLst>
            <pc:docMk/>
            <pc:sldMk cId="2589075477" sldId="265"/>
            <ac:picMk id="14" creationId="{CD0237D3-5F9A-331C-8419-0C1E80610641}"/>
          </ac:picMkLst>
        </pc:picChg>
        <pc:picChg chg="add mod">
          <ac:chgData name="0 sin" userId="ebb98086bdb35cb9" providerId="LiveId" clId="{56B1A686-C712-4236-AD54-9A77BD3DB586}" dt="2025-12-07T14:51:30.242" v="1876" actId="14100"/>
          <ac:picMkLst>
            <pc:docMk/>
            <pc:sldMk cId="2589075477" sldId="265"/>
            <ac:picMk id="16" creationId="{70D8013F-3083-2F80-847A-E4C4783CC8AE}"/>
          </ac:picMkLst>
        </pc:picChg>
      </pc:sldChg>
      <pc:sldChg chg="addSp modSp add mod ord">
        <pc:chgData name="0 sin" userId="ebb98086bdb35cb9" providerId="LiveId" clId="{56B1A686-C712-4236-AD54-9A77BD3DB586}" dt="2025-12-07T14:53:02.795" v="1970" actId="14100"/>
        <pc:sldMkLst>
          <pc:docMk/>
          <pc:sldMk cId="3334548121" sldId="266"/>
        </pc:sldMkLst>
        <pc:spChg chg="add mod">
          <ac:chgData name="0 sin" userId="ebb98086bdb35cb9" providerId="LiveId" clId="{56B1A686-C712-4236-AD54-9A77BD3DB586}" dt="2025-12-07T14:53:02.795" v="1970" actId="14100"/>
          <ac:spMkLst>
            <pc:docMk/>
            <pc:sldMk cId="3334548121" sldId="266"/>
            <ac:spMk id="2" creationId="{3DC75EB4-1FEB-AC06-4AE7-700B587335A1}"/>
          </ac:spMkLst>
        </pc:spChg>
        <pc:spChg chg="mod">
          <ac:chgData name="0 sin" userId="ebb98086bdb35cb9" providerId="LiveId" clId="{56B1A686-C712-4236-AD54-9A77BD3DB586}" dt="2025-12-07T14:52:44.678" v="1964"/>
          <ac:spMkLst>
            <pc:docMk/>
            <pc:sldMk cId="3334548121" sldId="266"/>
            <ac:spMk id="4" creationId="{D3AA76B4-F5C1-9749-09CD-0336E2A12ACF}"/>
          </ac:spMkLst>
        </pc:spChg>
      </pc:sldChg>
      <pc:sldChg chg="addSp delSp modSp add mod">
        <pc:chgData name="0 sin" userId="ebb98086bdb35cb9" providerId="LiveId" clId="{56B1A686-C712-4236-AD54-9A77BD3DB586}" dt="2025-12-07T14:56:34.835" v="2053" actId="14100"/>
        <pc:sldMkLst>
          <pc:docMk/>
          <pc:sldMk cId="2466547297" sldId="267"/>
        </pc:sldMkLst>
        <pc:spChg chg="mod">
          <ac:chgData name="0 sin" userId="ebb98086bdb35cb9" providerId="LiveId" clId="{56B1A686-C712-4236-AD54-9A77BD3DB586}" dt="2025-12-07T14:55:42.369" v="2008" actId="20577"/>
          <ac:spMkLst>
            <pc:docMk/>
            <pc:sldMk cId="2466547297" sldId="267"/>
            <ac:spMk id="4" creationId="{F32B8531-898C-F124-591F-10F2A01BD5F5}"/>
          </ac:spMkLst>
        </pc:spChg>
        <pc:spChg chg="del">
          <ac:chgData name="0 sin" userId="ebb98086bdb35cb9" providerId="LiveId" clId="{56B1A686-C712-4236-AD54-9A77BD3DB586}" dt="2025-12-07T14:55:44.501" v="2009" actId="478"/>
          <ac:spMkLst>
            <pc:docMk/>
            <pc:sldMk cId="2466547297" sldId="267"/>
            <ac:spMk id="5" creationId="{2C116CD0-7125-E5A5-4F95-4AF977490BFC}"/>
          </ac:spMkLst>
        </pc:spChg>
        <pc:spChg chg="add mod">
          <ac:chgData name="0 sin" userId="ebb98086bdb35cb9" providerId="LiveId" clId="{56B1A686-C712-4236-AD54-9A77BD3DB586}" dt="2025-12-07T14:56:33.028" v="2052" actId="1076"/>
          <ac:spMkLst>
            <pc:docMk/>
            <pc:sldMk cId="2466547297" sldId="267"/>
            <ac:spMk id="8" creationId="{85B201B2-F353-6F08-AC81-66D2E5FDE6DE}"/>
          </ac:spMkLst>
        </pc:spChg>
        <pc:picChg chg="add mod">
          <ac:chgData name="0 sin" userId="ebb98086bdb35cb9" providerId="LiveId" clId="{56B1A686-C712-4236-AD54-9A77BD3DB586}" dt="2025-12-07T14:56:34.835" v="2053" actId="14100"/>
          <ac:picMkLst>
            <pc:docMk/>
            <pc:sldMk cId="2466547297" sldId="267"/>
            <ac:picMk id="6" creationId="{286DFC4A-F3A0-DA75-82C0-DAC1B0D6F248}"/>
          </ac:picMkLst>
        </pc:picChg>
        <pc:picChg chg="del">
          <ac:chgData name="0 sin" userId="ebb98086bdb35cb9" providerId="LiveId" clId="{56B1A686-C712-4236-AD54-9A77BD3DB586}" dt="2025-12-07T14:55:45.817" v="2010" actId="478"/>
          <ac:picMkLst>
            <pc:docMk/>
            <pc:sldMk cId="2466547297" sldId="267"/>
            <ac:picMk id="7" creationId="{B11A2811-20F0-D5AD-C2C1-29397B50E045}"/>
          </ac:picMkLst>
        </pc:picChg>
        <pc:picChg chg="del">
          <ac:chgData name="0 sin" userId="ebb98086bdb35cb9" providerId="LiveId" clId="{56B1A686-C712-4236-AD54-9A77BD3DB586}" dt="2025-12-07T14:55:44.501" v="2009" actId="478"/>
          <ac:picMkLst>
            <pc:docMk/>
            <pc:sldMk cId="2466547297" sldId="267"/>
            <ac:picMk id="10" creationId="{AF75D4E3-36CE-FE37-711E-CB9AF03C934E}"/>
          </ac:picMkLst>
        </pc:picChg>
      </pc:sldChg>
      <pc:sldChg chg="addSp delSp modSp add mod ord">
        <pc:chgData name="0 sin" userId="ebb98086bdb35cb9" providerId="LiveId" clId="{56B1A686-C712-4236-AD54-9A77BD3DB586}" dt="2025-12-07T14:57:58.822" v="2104" actId="2711"/>
        <pc:sldMkLst>
          <pc:docMk/>
          <pc:sldMk cId="948017551" sldId="268"/>
        </pc:sldMkLst>
        <pc:spChg chg="mod">
          <ac:chgData name="0 sin" userId="ebb98086bdb35cb9" providerId="LiveId" clId="{56B1A686-C712-4236-AD54-9A77BD3DB586}" dt="2025-12-07T14:56:57.241" v="2084"/>
          <ac:spMkLst>
            <pc:docMk/>
            <pc:sldMk cId="948017551" sldId="268"/>
            <ac:spMk id="4" creationId="{26A784B9-D0C5-520C-C85B-1D1006C02826}"/>
          </ac:spMkLst>
        </pc:spChg>
        <pc:spChg chg="add del mod">
          <ac:chgData name="0 sin" userId="ebb98086bdb35cb9" providerId="LiveId" clId="{56B1A686-C712-4236-AD54-9A77BD3DB586}" dt="2025-12-07T14:57:22.489" v="2092" actId="478"/>
          <ac:spMkLst>
            <pc:docMk/>
            <pc:sldMk cId="948017551" sldId="268"/>
            <ac:spMk id="5" creationId="{D92A5CD3-B5E4-7009-3DAC-358A257DB644}"/>
          </ac:spMkLst>
        </pc:spChg>
        <pc:spChg chg="add mod">
          <ac:chgData name="0 sin" userId="ebb98086bdb35cb9" providerId="LiveId" clId="{56B1A686-C712-4236-AD54-9A77BD3DB586}" dt="2025-12-07T14:57:58.822" v="2104" actId="2711"/>
          <ac:spMkLst>
            <pc:docMk/>
            <pc:sldMk cId="948017551" sldId="268"/>
            <ac:spMk id="7" creationId="{A4D6D600-CAF3-08E6-5DB5-A6C556BFD7C6}"/>
          </ac:spMkLst>
        </pc:spChg>
        <pc:spChg chg="mod">
          <ac:chgData name="0 sin" userId="ebb98086bdb35cb9" providerId="LiveId" clId="{56B1A686-C712-4236-AD54-9A77BD3DB586}" dt="2025-12-07T14:57:49.696" v="2101" actId="2711"/>
          <ac:spMkLst>
            <pc:docMk/>
            <pc:sldMk cId="948017551" sldId="268"/>
            <ac:spMk id="8" creationId="{FFE6CEC7-412B-07D4-7ED1-B8798152C374}"/>
          </ac:spMkLst>
        </pc:spChg>
        <pc:picChg chg="del">
          <ac:chgData name="0 sin" userId="ebb98086bdb35cb9" providerId="LiveId" clId="{56B1A686-C712-4236-AD54-9A77BD3DB586}" dt="2025-12-07T14:56:50.053" v="2057" actId="478"/>
          <ac:picMkLst>
            <pc:docMk/>
            <pc:sldMk cId="948017551" sldId="268"/>
            <ac:picMk id="6" creationId="{9A135126-A7B8-E412-A761-71CE09E42B8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46CA6A-0F23-EBFF-E8A2-FD18C806B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2863A1-67E2-4D93-093E-BA47BBB32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0C9BD0-DA95-961E-2115-AE316E72C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3F76C4-8F79-DF23-DE30-B1538C088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9F67A-E827-E8D9-9F7F-ACE1B879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854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7CEA6-441F-D6E2-E277-1B53A0B03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4A4CA8-3C5D-AE0A-177C-982327FFA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6225A-F70C-CAC4-D57B-D57C13AFF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89E58A-13E4-C0D9-CAD6-ABB3F7240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AC6E46-312D-4F2F-9D83-CA8ECF2B8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413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0C23A6-AF2A-F1EA-2FC8-59F854CE7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463BF0-6C1F-CEE0-5707-5A5B4DB49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F83EED-FE1D-ECBF-F536-FC7197D6E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2D9415-DB6E-6934-0E55-7EC39B842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B10EB7-DAFC-82B7-77CA-77D130047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937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E566E4-7207-7A44-E802-9E26774B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83F1A5-99D8-DD35-C10E-0567550A6B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76214C-FF95-B8BC-9FCB-0C86A7140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67CCDE-BC3F-EF22-647D-893CE692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A24E01-A91F-186A-AD4F-9E5A93B0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E3B05D-6A90-AC5B-3844-1920B752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336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3C1A3A-6DDE-F669-2E6B-6CC7A799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4E1A3B-3FB0-2EEB-3AE0-CE33B71A0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4D3913-885C-6540-A737-CAC7FC259B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3A47E35-E12A-2642-D187-5300F2A05A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63D5A6-3D2F-55F7-C73D-CFAE87E2A8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D43EAD-3A50-DF9E-09FB-D1208804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C4EAA2-F57B-71C8-98B6-B62A7D6D5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509B21-D9B3-D73E-F72C-C8D09AA8C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1098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35998-E7AE-7FDE-3EB0-31F7747F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286D35-A1BC-C62E-C557-27EB7ED5A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4E09E3-749A-1904-2258-4C4D79837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833D2E5-53DC-138C-1F87-1E2C8365F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217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FADF72-69E3-AC8D-198B-242C2B56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EA1315-B25E-5242-B742-67A84FB86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DC9091-9D2F-37E7-ABCA-A4C0CB8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483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365F7A-75B4-3C7C-19B3-A271EB653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3F889B-DAEB-97F9-EFF7-A9039013E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E0FE0E-F323-0B4D-CED3-D59E6C6C9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83AFD1-16D5-8915-8184-3076FB39B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693F08-2D88-EC9D-9702-040B7F13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4363AB-C3F8-9142-E1E5-62225E92A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723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4EE0F2-22B9-C630-3BF1-5484A02EC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B9FD0BF-7445-BF40-FFE4-725FA31B4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A317CD-EF66-B5D1-1745-6B86F5910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62823F-5F23-1790-AA7A-E712502D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8EC756-EC8A-4C10-2E71-ECCD8525F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D383AA-EAB0-11E7-EBD7-91ADC1E2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484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EBC5F-89B4-3A91-0D55-69EEFE3C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4EDD1D-99FC-5115-770B-D0840C57E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D92200-5510-9B74-050B-8DB4D76A1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014761-5C06-1E60-1E64-8FC1AA83F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53506B-05F2-8585-00FF-758AC6BDE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94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565B08-04E3-E06B-2D07-CB67E3D2F3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B9BA7A-E3CE-FAE4-9A6A-F8985EE928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A9D8CB-FB01-3DF8-8C61-279A9129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46D131-106D-776E-48BA-C1D7C4F6F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49AE14-8F45-B7B4-7C36-0124CFA85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58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719841-DF8E-CACE-FBB7-3169A833E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376CCE-F4D2-8F1B-1AE6-F63484C43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446D0-7A66-A3F7-73B6-5B1D9A01A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0BEE79-EE6D-4870-9112-409F6513B8DB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6EDA07-D94B-243F-BC43-8EF0955D9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E89491-00B3-824A-6496-7C48CDB25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A6A77-B4E0-4F84-9289-4F7FBE8D9C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01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0A107-E6D7-CCB1-2348-6F7659260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292E57B0-4FA6-B655-8DEF-56CB2D71FAEA}"/>
              </a:ext>
            </a:extLst>
          </p:cNvPr>
          <p:cNvSpPr/>
          <p:nvPr/>
        </p:nvSpPr>
        <p:spPr>
          <a:xfrm>
            <a:off x="0" y="0"/>
            <a:ext cx="12192000" cy="4229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5FBB9-1CF0-60C1-6044-CD52DEA36B53}"/>
              </a:ext>
            </a:extLst>
          </p:cNvPr>
          <p:cNvSpPr txBox="1"/>
          <p:nvPr/>
        </p:nvSpPr>
        <p:spPr>
          <a:xfrm>
            <a:off x="5559879" y="4750202"/>
            <a:ext cx="57068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A68015 </a:t>
            </a:r>
            <a:r>
              <a:rPr lang="ko-KR" altLang="en-US" b="1" dirty="0"/>
              <a:t>박신영</a:t>
            </a:r>
            <a:endParaRPr lang="en-US" altLang="ko-KR" b="1" dirty="0"/>
          </a:p>
          <a:p>
            <a:r>
              <a:rPr lang="en-US" altLang="ko-KR" b="1" dirty="0"/>
              <a:t>- </a:t>
            </a:r>
            <a:r>
              <a:rPr lang="ko-KR" altLang="en-US" b="1" dirty="0"/>
              <a:t>프로젝트 구현 및 실험 결과 비교 분석</a:t>
            </a:r>
            <a:r>
              <a:rPr lang="en-US" altLang="ko-KR" b="1" dirty="0"/>
              <a:t>, PPT </a:t>
            </a:r>
            <a:r>
              <a:rPr lang="ko-KR" altLang="en-US" b="1" dirty="0"/>
              <a:t>작성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b="1" dirty="0"/>
              <a:t>A68019 </a:t>
            </a:r>
            <a:r>
              <a:rPr lang="ko-KR" altLang="en-US" b="1" dirty="0"/>
              <a:t>최승민</a:t>
            </a:r>
            <a:endParaRPr lang="en-US" altLang="ko-KR" b="1" dirty="0"/>
          </a:p>
          <a:p>
            <a:r>
              <a:rPr lang="en-US" altLang="ko-KR" b="1" dirty="0"/>
              <a:t>- </a:t>
            </a:r>
            <a:r>
              <a:rPr lang="ko-KR" altLang="en-US" b="1" dirty="0"/>
              <a:t>프로젝트 설계 및 환경 구성</a:t>
            </a:r>
            <a:r>
              <a:rPr lang="en-US" altLang="ko-KR" b="1" dirty="0"/>
              <a:t>, </a:t>
            </a:r>
            <a:r>
              <a:rPr lang="ko-KR" altLang="en-US" b="1" dirty="0"/>
              <a:t>보고서 내용 작성</a:t>
            </a:r>
            <a:endParaRPr lang="en-US" altLang="ko-KR" b="1" dirty="0"/>
          </a:p>
          <a:p>
            <a:endParaRPr lang="en-US" altLang="ko-KR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2CC28-2507-0F1E-A4DD-7872F57ED29C}"/>
              </a:ext>
            </a:extLst>
          </p:cNvPr>
          <p:cNvSpPr txBox="1"/>
          <p:nvPr/>
        </p:nvSpPr>
        <p:spPr>
          <a:xfrm>
            <a:off x="2088695" y="2506107"/>
            <a:ext cx="9937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>
                <a:solidFill>
                  <a:schemeClr val="bg1">
                    <a:lumMod val="95000"/>
                  </a:schemeClr>
                </a:solidFill>
              </a:rPr>
              <a:t>Github</a:t>
            </a:r>
            <a:r>
              <a:rPr lang="en-US" altLang="ko-KR" sz="2400" dirty="0">
                <a:solidFill>
                  <a:schemeClr val="bg1">
                    <a:lumMod val="95000"/>
                  </a:schemeClr>
                </a:solidFill>
              </a:rPr>
              <a:t> page link : https://github.com/PsinY/RL-Term-Project</a:t>
            </a:r>
            <a:endParaRPr lang="ko-KR" altLang="en-US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A07C0678-6504-F41E-5489-09063AC52057}"/>
              </a:ext>
            </a:extLst>
          </p:cNvPr>
          <p:cNvSpPr/>
          <p:nvPr/>
        </p:nvSpPr>
        <p:spPr>
          <a:xfrm>
            <a:off x="785766" y="5225633"/>
            <a:ext cx="3971806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2E3C4E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Barlow Bold" pitchFamily="34" charset="-120"/>
              </a:rPr>
              <a:t>23</a:t>
            </a:r>
            <a:r>
              <a:rPr lang="ko-KR" altLang="en-US" sz="3100" b="1" dirty="0">
                <a:solidFill>
                  <a:srgbClr val="2E3C4E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Barlow Bold" pitchFamily="34" charset="-120"/>
              </a:rPr>
              <a:t>조 라이언 프렌즈</a:t>
            </a:r>
            <a:endParaRPr lang="en-US" sz="31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51E86DD5-3840-65E8-EF4C-2334FDECB9CB}"/>
              </a:ext>
            </a:extLst>
          </p:cNvPr>
          <p:cNvSpPr/>
          <p:nvPr/>
        </p:nvSpPr>
        <p:spPr>
          <a:xfrm>
            <a:off x="2230331" y="1572266"/>
            <a:ext cx="3971806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ko-KR" altLang="en-US" sz="60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강화학습 프로젝트</a:t>
            </a:r>
            <a:endParaRPr lang="en-US" sz="600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9600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366A264-B2B7-1105-C78B-9BA182A2D04B}"/>
              </a:ext>
            </a:extLst>
          </p:cNvPr>
          <p:cNvSpPr/>
          <p:nvPr/>
        </p:nvSpPr>
        <p:spPr>
          <a:xfrm>
            <a:off x="0" y="0"/>
            <a:ext cx="12192000" cy="1289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96FFA-0627-EB47-6AAA-3FFDC9F55355}"/>
              </a:ext>
            </a:extLst>
          </p:cNvPr>
          <p:cNvSpPr txBox="1"/>
          <p:nvPr/>
        </p:nvSpPr>
        <p:spPr>
          <a:xfrm>
            <a:off x="695323" y="4849425"/>
            <a:ext cx="10391775" cy="1469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프로젝트 목표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</a:t>
            </a:r>
          </a:p>
          <a:p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dirty="0"/>
              <a:t>1. </a:t>
            </a:r>
            <a:r>
              <a:rPr lang="ko-KR" altLang="en-US" dirty="0"/>
              <a:t>강화학습을 통한 최적화된 대중교통 이용 경로 찾기</a:t>
            </a:r>
            <a:r>
              <a:rPr lang="en-US" altLang="ko-KR" dirty="0"/>
              <a:t>(</a:t>
            </a:r>
            <a:r>
              <a:rPr lang="ko-KR" altLang="en-US" dirty="0"/>
              <a:t>도착 소요 시간 단축</a:t>
            </a:r>
            <a:r>
              <a:rPr lang="en-US" altLang="ko-KR" dirty="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누가 맞는지 결론 짓기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EBE3C-B5FB-4FC9-AB2B-619C82E97441}"/>
              </a:ext>
            </a:extLst>
          </p:cNvPr>
          <p:cNvSpPr txBox="1"/>
          <p:nvPr/>
        </p:nvSpPr>
        <p:spPr>
          <a:xfrm>
            <a:off x="695323" y="1396484"/>
            <a:ext cx="11151056" cy="307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선정이유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</a:p>
          <a:p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/>
              <a:t>매번 여자친구를 집에 </a:t>
            </a:r>
            <a:r>
              <a:rPr lang="ko-KR" altLang="en-US" sz="2000" dirty="0" err="1"/>
              <a:t>데려다주는</a:t>
            </a:r>
            <a:r>
              <a:rPr lang="ko-KR" altLang="en-US" sz="2000" dirty="0"/>
              <a:t> 남자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이후</a:t>
            </a:r>
            <a:r>
              <a:rPr lang="en-US" altLang="ko-KR" sz="2000" dirty="0"/>
              <a:t> </a:t>
            </a:r>
            <a:r>
              <a:rPr lang="ko-KR" altLang="en-US" sz="2000" dirty="0"/>
              <a:t>남자가 대중교통으로 자신의 집으로 갈 때</a:t>
            </a:r>
            <a:r>
              <a:rPr lang="en-US" altLang="ko-KR" sz="2000" dirty="0"/>
              <a:t>,</a:t>
            </a:r>
            <a:r>
              <a:rPr lang="ko-KR" altLang="en-US" sz="2000" dirty="0"/>
              <a:t> 선택할 수 있는 버스 종류와 버스 정류장 등</a:t>
            </a:r>
            <a:br>
              <a:rPr lang="en-US" altLang="ko-KR" sz="2000" dirty="0"/>
            </a:br>
            <a:r>
              <a:rPr lang="ko-KR" altLang="en-US" sz="2000" dirty="0"/>
              <a:t>경우의 수가 매우 많음</a:t>
            </a:r>
            <a:r>
              <a:rPr lang="en-US" altLang="ko-KR" sz="20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000" dirty="0" err="1"/>
              <a:t>어느날</a:t>
            </a:r>
            <a:r>
              <a:rPr lang="ko-KR" altLang="en-US" sz="2000" dirty="0"/>
              <a:t> 서로 자신이 생각하는 길이 빠르다고 싸움이 발생하여 누구의 의견이 맞는 것인지 강화학습을 통해 해결하고자 함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9B0CEB53-1651-575C-0838-3A3A9A5F3288}"/>
              </a:ext>
            </a:extLst>
          </p:cNvPr>
          <p:cNvSpPr/>
          <p:nvPr/>
        </p:nvSpPr>
        <p:spPr>
          <a:xfrm>
            <a:off x="695323" y="455533"/>
            <a:ext cx="976249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ko-KR" altLang="en-US" sz="3100" b="1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Barlow Bold" pitchFamily="34" charset="-120"/>
              </a:rPr>
              <a:t>프로젝트 주제 </a:t>
            </a:r>
            <a:r>
              <a:rPr lang="en-US" altLang="ko-KR" sz="3100" b="1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Barlow Bold" pitchFamily="34" charset="-120"/>
              </a:rPr>
              <a:t>: </a:t>
            </a:r>
            <a:r>
              <a:rPr lang="ko-KR" altLang="en-US" sz="3100" b="1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Barlow Bold" pitchFamily="34" charset="-120"/>
              </a:rPr>
              <a:t>실생활 속 강화학습 적용하기</a:t>
            </a:r>
            <a:endParaRPr lang="en-US" sz="310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950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도표, 라인, 경사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4B9DAF-9301-FAF3-58AC-6343A2CF7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201"/>
            <a:ext cx="8686800" cy="29718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DD14BC0-4AE7-4B98-39AA-FBCA6D29A2CD}"/>
              </a:ext>
            </a:extLst>
          </p:cNvPr>
          <p:cNvSpPr/>
          <p:nvPr/>
        </p:nvSpPr>
        <p:spPr>
          <a:xfrm>
            <a:off x="0" y="0"/>
            <a:ext cx="12192000" cy="1289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 20">
            <a:extLst>
              <a:ext uri="{FF2B5EF4-FFF2-40B4-BE49-F238E27FC236}">
                <a16:creationId xmlns:a16="http://schemas.microsoft.com/office/drawing/2014/main" id="{EFE3B868-21D0-073A-C4BD-54D1ED38AEAB}"/>
              </a:ext>
            </a:extLst>
          </p:cNvPr>
          <p:cNvSpPr/>
          <p:nvPr/>
        </p:nvSpPr>
        <p:spPr>
          <a:xfrm>
            <a:off x="695323" y="455533"/>
            <a:ext cx="976249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ko-KR" altLang="en-US" sz="3100" b="1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Barlow Bold" pitchFamily="34" charset="-120"/>
              </a:rPr>
              <a:t>환경 및 데이터 셋 설명</a:t>
            </a:r>
            <a:endParaRPr lang="en-US" sz="310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45A50-C39F-730A-72A5-3B9B1256C893}"/>
              </a:ext>
            </a:extLst>
          </p:cNvPr>
          <p:cNvSpPr txBox="1"/>
          <p:nvPr/>
        </p:nvSpPr>
        <p:spPr>
          <a:xfrm>
            <a:off x="456880" y="2777706"/>
            <a:ext cx="82299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데이터 셋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</a:t>
            </a:r>
            <a:r>
              <a:rPr lang="ko-KR" altLang="en-US" sz="2000" dirty="0">
                <a:latin typeface="+mj-lt"/>
                <a:ea typeface="HY헤드라인M" panose="02030600000101010101" pitchFamily="18" charset="-127"/>
              </a:rPr>
              <a:t>집으로 가는 최소 동선이라고 생각하는 모든 경우의 수</a:t>
            </a:r>
            <a:br>
              <a:rPr lang="en-US" altLang="ko-KR" sz="2000" dirty="0">
                <a:latin typeface="+mj-lt"/>
                <a:ea typeface="HY헤드라인M" panose="02030600000101010101" pitchFamily="18" charset="-127"/>
              </a:rPr>
            </a:br>
            <a:r>
              <a:rPr lang="en-US" altLang="ko-KR" dirty="0">
                <a:latin typeface="+mj-lt"/>
                <a:ea typeface="HY헤드라인M" panose="02030600000101010101" pitchFamily="18" charset="-127"/>
              </a:rPr>
              <a:t>(</a:t>
            </a:r>
            <a:r>
              <a:rPr lang="ko-KR" altLang="en-US" dirty="0">
                <a:latin typeface="+mj-lt"/>
                <a:ea typeface="HY헤드라인M" panose="02030600000101010101" pitchFamily="18" charset="-127"/>
              </a:rPr>
              <a:t>정류장</a:t>
            </a:r>
            <a:r>
              <a:rPr lang="en-US" altLang="ko-KR" dirty="0">
                <a:latin typeface="+mj-lt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latin typeface="+mj-lt"/>
                <a:ea typeface="HY헤드라인M" panose="02030600000101010101" pitchFamily="18" charset="-127"/>
              </a:rPr>
              <a:t>버스 번호</a:t>
            </a:r>
            <a:r>
              <a:rPr lang="en-US" altLang="ko-KR" dirty="0">
                <a:latin typeface="+mj-lt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latin typeface="+mj-lt"/>
                <a:ea typeface="HY헤드라인M" panose="02030600000101010101" pitchFamily="18" charset="-127"/>
              </a:rPr>
              <a:t>버스 간격</a:t>
            </a:r>
            <a:r>
              <a:rPr lang="en-US" altLang="ko-KR" dirty="0">
                <a:latin typeface="+mj-lt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latin typeface="+mj-lt"/>
                <a:ea typeface="HY헤드라인M" panose="02030600000101010101" pitchFamily="18" charset="-127"/>
              </a:rPr>
              <a:t>도보시간</a:t>
            </a:r>
            <a:r>
              <a:rPr lang="en-US" altLang="ko-KR" dirty="0">
                <a:latin typeface="+mj-lt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latin typeface="+mj-lt"/>
                <a:ea typeface="HY헤드라인M" panose="02030600000101010101" pitchFamily="18" charset="-127"/>
              </a:rPr>
              <a:t>탑승시간</a:t>
            </a:r>
            <a:r>
              <a:rPr lang="en-US" altLang="ko-KR" dirty="0">
                <a:latin typeface="+mj-lt"/>
                <a:ea typeface="HY헤드라인M" panose="02030600000101010101" pitchFamily="18" charset="-127"/>
              </a:rPr>
              <a:t>, </a:t>
            </a:r>
            <a:r>
              <a:rPr lang="ko-KR" altLang="en-US" dirty="0">
                <a:latin typeface="+mj-lt"/>
                <a:ea typeface="HY헤드라인M" panose="02030600000101010101" pitchFamily="18" charset="-127"/>
              </a:rPr>
              <a:t>대기시간</a:t>
            </a:r>
            <a:r>
              <a:rPr lang="en-US" altLang="ko-KR" dirty="0">
                <a:latin typeface="+mj-lt"/>
                <a:ea typeface="HY헤드라인M" panose="02030600000101010101" pitchFamily="18" charset="-127"/>
              </a:rPr>
              <a:t>)</a:t>
            </a:r>
          </a:p>
          <a:p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+mj-lt"/>
                <a:ea typeface="HY헤드라인M" panose="02030600000101010101" pitchFamily="18" charset="-127"/>
              </a:rPr>
              <a:t>(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  <a:latin typeface="+mj-lt"/>
                <a:ea typeface="HY헤드라인M" panose="02030600000101010101" pitchFamily="18" charset="-127"/>
              </a:rPr>
              <a:t>오른쪽 </a:t>
            </a:r>
            <a:r>
              <a:rPr lang="ko-KR" altLang="en-US" dirty="0" err="1">
                <a:solidFill>
                  <a:schemeClr val="bg1">
                    <a:lumMod val="65000"/>
                  </a:schemeClr>
                </a:solidFill>
                <a:latin typeface="+mj-lt"/>
                <a:ea typeface="HY헤드라인M" panose="02030600000101010101" pitchFamily="18" charset="-127"/>
              </a:rPr>
              <a:t>사진참조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+mj-lt"/>
                <a:ea typeface="HY헤드라인M" panose="02030600000101010101" pitchFamily="18" charset="-127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126897-C086-C6CD-061B-35EACB5FD774}"/>
              </a:ext>
            </a:extLst>
          </p:cNvPr>
          <p:cNvSpPr txBox="1"/>
          <p:nvPr/>
        </p:nvSpPr>
        <p:spPr>
          <a:xfrm>
            <a:off x="456880" y="1669213"/>
            <a:ext cx="111510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환경 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: Google </a:t>
            </a:r>
            <a:r>
              <a:rPr lang="en-US" altLang="ko-KR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Colab</a:t>
            </a:r>
            <a:r>
              <a:rPr lang="en-US" altLang="ko-KR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(python3, T4 GPU)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7323E-BC23-1499-3355-83AC2C8FB008}"/>
              </a:ext>
            </a:extLst>
          </p:cNvPr>
          <p:cNvSpPr txBox="1"/>
          <p:nvPr/>
        </p:nvSpPr>
        <p:spPr>
          <a:xfrm>
            <a:off x="8518256" y="112707"/>
            <a:ext cx="3787398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en-US" sz="500" b="1" dirty="0"/>
              <a:t>🏠 출발지 </a:t>
            </a:r>
            <a:r>
              <a:rPr lang="en-US" altLang="ko-KR" sz="500" b="1" dirty="0"/>
              <a:t>&amp; </a:t>
            </a:r>
            <a:r>
              <a:rPr lang="ko-KR" altLang="en-US" sz="500" b="1" dirty="0"/>
              <a:t>최종 목적지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출발지</a:t>
            </a:r>
            <a:r>
              <a:rPr lang="en-US" altLang="ko-KR" sz="500" dirty="0"/>
              <a:t>: </a:t>
            </a:r>
            <a:r>
              <a:rPr lang="ko-KR" altLang="en-US" sz="500" dirty="0">
                <a:latin typeface="Courier New" panose="02070309020205020404" pitchFamily="49" charset="0"/>
              </a:rPr>
              <a:t>집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최종 목적지</a:t>
            </a:r>
            <a:r>
              <a:rPr lang="en-US" altLang="ko-KR" sz="500" dirty="0"/>
              <a:t>: </a:t>
            </a:r>
            <a:r>
              <a:rPr lang="ko-KR" altLang="en-US" sz="500" dirty="0">
                <a:latin typeface="Courier New" panose="02070309020205020404" pitchFamily="49" charset="0"/>
              </a:rPr>
              <a:t>목적지</a:t>
            </a:r>
            <a:endParaRPr lang="en-US" altLang="ko-KR" sz="500" dirty="0">
              <a:latin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ko-KR" altLang="en-US" sz="500" dirty="0"/>
          </a:p>
          <a:p>
            <a:pPr>
              <a:buNone/>
            </a:pPr>
            <a:r>
              <a:rPr lang="ko-KR" altLang="en-US" sz="500" b="1" dirty="0"/>
              <a:t>🚶 도보 이동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집 → 후암시장 </a:t>
            </a:r>
            <a:r>
              <a:rPr lang="en-US" altLang="ko-KR" sz="500" dirty="0"/>
              <a:t>: 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남영우체국 → 갈월동사회복지회관 </a:t>
            </a:r>
            <a:r>
              <a:rPr lang="en-US" altLang="ko-KR" sz="500" dirty="0"/>
              <a:t>: </a:t>
            </a:r>
            <a:r>
              <a:rPr lang="en-US" altLang="ko-KR" sz="500" b="1" dirty="0"/>
              <a:t>1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용문시장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신창동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7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효창공원역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15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3</a:t>
            </a:r>
            <a:r>
              <a:rPr lang="ko-KR" altLang="en-US" sz="500" dirty="0" err="1"/>
              <a:t>번출구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한강대교북단</a:t>
            </a:r>
            <a:r>
              <a:rPr lang="en-US" altLang="ko-KR" sz="500" dirty="0"/>
              <a:t>(LGU+) → </a:t>
            </a:r>
            <a:r>
              <a:rPr lang="ko-KR" altLang="en-US" sz="500" dirty="0" err="1"/>
              <a:t>한강대교북단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→ 용문시장 </a:t>
            </a:r>
            <a:r>
              <a:rPr lang="en-US" altLang="ko-KR" sz="500" dirty="0"/>
              <a:t>: 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숙명여대입구 → 청파동주민센터 </a:t>
            </a:r>
            <a:r>
              <a:rPr lang="en-US" altLang="ko-KR" sz="500" dirty="0"/>
              <a:t>: 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성심여고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 err="1"/>
              <a:t>원효대교북단</a:t>
            </a:r>
            <a:r>
              <a:rPr lang="ko-KR" altLang="en-US" sz="500" dirty="0"/>
              <a:t> → 목적지 </a:t>
            </a:r>
            <a:r>
              <a:rPr lang="en-US" altLang="ko-KR" sz="500" dirty="0"/>
              <a:t>: </a:t>
            </a:r>
            <a:r>
              <a:rPr lang="en-US" altLang="ko-KR" sz="500" b="1" dirty="0"/>
              <a:t>10</a:t>
            </a:r>
            <a:r>
              <a:rPr lang="ko-KR" altLang="en-US" sz="500" b="1" dirty="0"/>
              <a:t>분</a:t>
            </a:r>
            <a:endParaRPr lang="ko-KR" altLang="en-US" sz="500" dirty="0"/>
          </a:p>
          <a:p>
            <a:pPr>
              <a:buNone/>
            </a:pPr>
            <a:r>
              <a:rPr lang="en-US" altLang="ko-KR" sz="500" dirty="0"/>
              <a:t>(“</a:t>
            </a:r>
            <a:r>
              <a:rPr lang="ko-KR" altLang="en-US" sz="500" dirty="0"/>
              <a:t>도보 </a:t>
            </a:r>
            <a:r>
              <a:rPr lang="en-US" altLang="ko-KR" sz="500" dirty="0"/>
              <a:t>0</a:t>
            </a:r>
            <a:r>
              <a:rPr lang="ko-KR" altLang="en-US" sz="500" dirty="0" err="1"/>
              <a:t>분”은</a:t>
            </a:r>
            <a:r>
              <a:rPr lang="ko-KR" altLang="en-US" sz="500" dirty="0"/>
              <a:t> 그냥 같은 정류장으로 처리</a:t>
            </a:r>
            <a:r>
              <a:rPr lang="en-US" altLang="ko-KR" sz="500" dirty="0"/>
              <a:t>)</a:t>
            </a:r>
          </a:p>
          <a:p>
            <a:pPr>
              <a:buNone/>
            </a:pPr>
            <a:br>
              <a:rPr lang="en-US" altLang="ko-KR" sz="500" dirty="0"/>
            </a:br>
            <a:endParaRPr lang="en-US" altLang="ko-KR" sz="500" dirty="0"/>
          </a:p>
          <a:p>
            <a:pPr>
              <a:buNone/>
            </a:pPr>
            <a:r>
              <a:rPr lang="ko-KR" altLang="en-US" sz="500" b="1" dirty="0"/>
              <a:t>🚌 버스 라인 </a:t>
            </a:r>
            <a:r>
              <a:rPr lang="en-US" altLang="ko-KR" sz="500" b="1" dirty="0"/>
              <a:t>&amp; </a:t>
            </a:r>
            <a:r>
              <a:rPr lang="ko-KR" altLang="en-US" sz="500" b="1" dirty="0"/>
              <a:t>배차간격</a:t>
            </a:r>
            <a:r>
              <a:rPr lang="en-US" altLang="ko-KR" sz="500" b="1" dirty="0"/>
              <a:t>(Interval) &amp; </a:t>
            </a:r>
            <a:r>
              <a:rPr lang="ko-KR" altLang="en-US" sz="500" b="1" dirty="0"/>
              <a:t>이동 시간</a:t>
            </a:r>
          </a:p>
          <a:p>
            <a:pPr>
              <a:buNone/>
            </a:pPr>
            <a:r>
              <a:rPr lang="ko-KR" altLang="en-US" sz="500" b="1" dirty="0"/>
              <a:t>후암시장 정류장에서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b="1" dirty="0"/>
              <a:t>400</a:t>
            </a:r>
            <a:r>
              <a:rPr lang="ko-KR" altLang="en-US" sz="500" b="1" dirty="0"/>
              <a:t>번 </a:t>
            </a:r>
            <a:r>
              <a:rPr lang="en-US" altLang="ko-KR" sz="500" b="1" dirty="0"/>
              <a:t>(interval 11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남영우체국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1-1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숙명여대입구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1-2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21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1-3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</a:t>
            </a:r>
            <a:r>
              <a:rPr lang="ko-KR" altLang="en-US" sz="500" dirty="0" err="1"/>
              <a:t>숙명여대후문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en-US" altLang="ko-KR" sz="500" b="1" dirty="0"/>
              <a:t>9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1-4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효창공원역 </a:t>
            </a:r>
            <a:r>
              <a:rPr lang="en-US" altLang="ko-KR" sz="500" dirty="0"/>
              <a:t>(</a:t>
            </a:r>
            <a:r>
              <a:rPr lang="en-US" altLang="ko-KR" sz="500" b="1" dirty="0"/>
              <a:t>16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1-5 </a:t>
            </a:r>
            <a:r>
              <a:rPr lang="ko-KR" altLang="en-US" sz="500" dirty="0"/>
              <a:t>루트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b="1" dirty="0"/>
              <a:t>605</a:t>
            </a:r>
            <a:r>
              <a:rPr lang="ko-KR" altLang="en-US" sz="500" b="1" dirty="0"/>
              <a:t>번 </a:t>
            </a:r>
            <a:r>
              <a:rPr lang="en-US" altLang="ko-KR" sz="500" b="1" dirty="0"/>
              <a:t>(interval 10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(</a:t>
            </a:r>
            <a:r>
              <a:rPr lang="en-US" altLang="ko-KR" sz="500" b="1" dirty="0"/>
              <a:t>11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605 1-1, 1-3, 1-4 </a:t>
            </a:r>
            <a:r>
              <a:rPr lang="ko-KR" altLang="en-US" sz="500" dirty="0"/>
              <a:t>공통 출발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남영우체국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605 1-2 </a:t>
            </a:r>
            <a:r>
              <a:rPr lang="ko-KR" altLang="en-US" sz="500" dirty="0"/>
              <a:t>루트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후암시장 → </a:t>
            </a:r>
            <a:r>
              <a:rPr lang="ko-KR" altLang="en-US" sz="500" dirty="0" err="1"/>
              <a:t>한강대교북단</a:t>
            </a:r>
            <a:r>
              <a:rPr lang="en-US" altLang="ko-KR" sz="500" dirty="0"/>
              <a:t>(LGU+) (</a:t>
            </a:r>
            <a:r>
              <a:rPr lang="en-US" altLang="ko-KR" sz="500" b="1" dirty="0"/>
              <a:t>13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← 605 1-3 </a:t>
            </a:r>
            <a:r>
              <a:rPr lang="ko-KR" altLang="en-US" sz="500" dirty="0"/>
              <a:t>루트</a:t>
            </a:r>
          </a:p>
          <a:p>
            <a:pPr>
              <a:buNone/>
            </a:pPr>
            <a:br>
              <a:rPr lang="ko-KR" altLang="en-US" sz="500" dirty="0"/>
            </a:br>
            <a:endParaRPr lang="ko-KR" altLang="en-US" sz="500" dirty="0"/>
          </a:p>
          <a:p>
            <a:pPr>
              <a:buNone/>
            </a:pPr>
            <a:r>
              <a:rPr lang="ko-KR" altLang="en-US" sz="500" b="1" dirty="0"/>
              <a:t>남영우체국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갈월동사회복지회관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남영동 쪽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남영우체국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1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갈월동사회복지회관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b="1" dirty="0"/>
              <a:t>용산</a:t>
            </a:r>
            <a:r>
              <a:rPr lang="en-US" altLang="ko-KR" sz="500" b="1" dirty="0"/>
              <a:t>02 (interval 5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갈월동사회복지회관 → 남영동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남영동에서 갈 수 있는 버스들</a:t>
            </a:r>
            <a:r>
              <a:rPr lang="en-US" altLang="ko-KR" sz="5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1711 (interval 7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용문시장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7016 (interval 9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8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162 (interval 7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8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503 (interval 13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남영동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8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None/>
            </a:pPr>
            <a:br>
              <a:rPr lang="en-US" altLang="ko-KR" sz="500" dirty="0"/>
            </a:br>
            <a:endParaRPr lang="en-US" altLang="ko-KR" sz="500" dirty="0"/>
          </a:p>
          <a:p>
            <a:pPr>
              <a:buNone/>
            </a:pPr>
            <a:r>
              <a:rPr lang="ko-KR" altLang="en-US" sz="500" b="1" dirty="0"/>
              <a:t>용문시장 </a:t>
            </a:r>
            <a:r>
              <a:rPr lang="en-US" altLang="ko-KR" sz="500" b="1" dirty="0"/>
              <a:t>&amp; </a:t>
            </a:r>
            <a:r>
              <a:rPr lang="ko-KR" altLang="en-US" sz="500" b="1" dirty="0"/>
              <a:t>원효로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원효로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신창동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b="1" dirty="0"/>
              <a:t>0017 (interval 13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용문시장 → 신창동 </a:t>
            </a:r>
            <a:r>
              <a:rPr lang="en-US" altLang="ko-KR" sz="500" dirty="0"/>
              <a:t>(</a:t>
            </a:r>
            <a:r>
              <a:rPr lang="en-US" altLang="ko-KR" sz="500" b="1" dirty="0"/>
              <a:t>4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3</a:t>
            </a:r>
            <a:r>
              <a:rPr lang="ko-KR" altLang="en-US" sz="500" dirty="0" err="1"/>
              <a:t>번출구</a:t>
            </a:r>
            <a:r>
              <a:rPr lang="ko-KR" altLang="en-US" sz="500" dirty="0"/>
              <a:t> → 신창동 </a:t>
            </a:r>
            <a:r>
              <a:rPr lang="en-US" altLang="ko-KR" sz="500" dirty="0"/>
              <a:t>(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한강대교북단</a:t>
            </a:r>
            <a:r>
              <a:rPr lang="ko-KR" altLang="en-US" sz="500" dirty="0"/>
              <a:t> → 성심여고 </a:t>
            </a:r>
            <a:r>
              <a:rPr lang="en-US" altLang="ko-KR" sz="500" dirty="0"/>
              <a:t>(</a:t>
            </a:r>
            <a:r>
              <a:rPr lang="en-US" altLang="ko-KR" sz="500" b="1" dirty="0"/>
              <a:t>13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용산역광장</a:t>
            </a:r>
            <a:r>
              <a:rPr lang="ko-KR" altLang="en-US" sz="500" dirty="0"/>
              <a:t> → 성심여고 </a:t>
            </a:r>
            <a:r>
              <a:rPr lang="en-US" altLang="ko-KR" sz="500" dirty="0"/>
              <a:t>(</a:t>
            </a:r>
            <a:r>
              <a:rPr lang="en-US" altLang="ko-KR" sz="500" b="1" dirty="0"/>
              <a:t>17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용문시장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</a:t>
            </a:r>
            <a:r>
              <a:rPr lang="en-US" altLang="ko-KR" sz="500" dirty="0"/>
              <a:t>(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신창동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</a:t>
            </a:r>
            <a:r>
              <a:rPr lang="en-US" altLang="ko-KR" sz="500" dirty="0"/>
              <a:t>(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</a:t>
            </a:r>
            <a:r>
              <a:rPr lang="en-US" altLang="ko-KR" sz="500" dirty="0"/>
              <a:t>(</a:t>
            </a:r>
            <a:r>
              <a:rPr lang="en-US" altLang="ko-KR" sz="500" b="1" dirty="0"/>
              <a:t>7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500" dirty="0"/>
              <a:t>원효로</a:t>
            </a:r>
            <a:r>
              <a:rPr lang="en-US" altLang="ko-KR" sz="500" dirty="0"/>
              <a:t>2</a:t>
            </a:r>
            <a:r>
              <a:rPr lang="ko-KR" altLang="en-US" sz="500" dirty="0"/>
              <a:t>가 → </a:t>
            </a:r>
            <a:r>
              <a:rPr lang="en-US" altLang="ko-KR" sz="500" dirty="0"/>
              <a:t>(</a:t>
            </a:r>
            <a:r>
              <a:rPr lang="ko-KR" altLang="en-US" sz="500" dirty="0"/>
              <a:t>도보</a:t>
            </a:r>
            <a:r>
              <a:rPr lang="en-US" altLang="ko-KR" sz="500" dirty="0"/>
              <a:t>2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용문시장 → </a:t>
            </a:r>
            <a:r>
              <a:rPr lang="en-US" altLang="ko-KR" sz="500" dirty="0"/>
              <a:t>(0017 </a:t>
            </a:r>
            <a:r>
              <a:rPr lang="ko-KR" altLang="en-US" sz="500" dirty="0"/>
              <a:t>또는 도보</a:t>
            </a:r>
            <a:r>
              <a:rPr lang="en-US" altLang="ko-KR" sz="500" dirty="0"/>
              <a:t>)</a:t>
            </a:r>
          </a:p>
          <a:p>
            <a:pPr>
              <a:buNone/>
            </a:pPr>
            <a:br>
              <a:rPr lang="en-US" altLang="ko-KR" sz="500" dirty="0"/>
            </a:br>
            <a:endParaRPr lang="en-US" altLang="ko-KR" sz="500" dirty="0"/>
          </a:p>
          <a:p>
            <a:pPr>
              <a:buNone/>
            </a:pPr>
            <a:r>
              <a:rPr lang="ko-KR" altLang="en-US" sz="500" b="1" dirty="0"/>
              <a:t>숙명여대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청파동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효창공원 쪽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400: </a:t>
            </a:r>
            <a:r>
              <a:rPr lang="ko-KR" altLang="en-US" sz="500" dirty="0"/>
              <a:t>후암시장 → 숙명여대입구 </a:t>
            </a:r>
            <a:r>
              <a:rPr lang="en-US" altLang="ko-KR" sz="500" dirty="0"/>
              <a:t>(</a:t>
            </a:r>
            <a:r>
              <a:rPr lang="en-US" altLang="ko-KR" sz="500" b="1" dirty="0"/>
              <a:t>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숙명여대입구 → 청파동주민센터 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3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262 (interval 10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/>
              <a:t>청파동주민센터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7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 </a:t>
            </a:r>
            <a:r>
              <a:rPr lang="en-US" altLang="ko-KR" sz="500" dirty="0"/>
              <a:t>7</a:t>
            </a:r>
            <a:r>
              <a:rPr lang="ko-KR" altLang="en-US" sz="500" dirty="0"/>
              <a:t>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400: </a:t>
            </a:r>
            <a:r>
              <a:rPr lang="ko-KR" altLang="en-US" sz="500" dirty="0"/>
              <a:t>후암시장 → </a:t>
            </a:r>
            <a:r>
              <a:rPr lang="ko-KR" altLang="en-US" sz="500" dirty="0" err="1"/>
              <a:t>숙명여대후문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en-US" altLang="ko-KR" sz="500" b="1" dirty="0"/>
              <a:t>9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500" b="1" dirty="0"/>
              <a:t>0411 (interval 14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endParaRPr lang="ko-KR" altLang="en-US" sz="500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숙명여대후문</a:t>
            </a:r>
            <a:r>
              <a:rPr lang="ko-KR" altLang="en-US" sz="500" dirty="0"/>
              <a:t> → 원효로</a:t>
            </a:r>
            <a:r>
              <a:rPr lang="en-US" altLang="ko-KR" sz="500" dirty="0"/>
              <a:t>3</a:t>
            </a:r>
            <a:r>
              <a:rPr lang="ko-KR" altLang="en-US" sz="500" dirty="0"/>
              <a:t>가 </a:t>
            </a:r>
            <a:r>
              <a:rPr lang="en-US" altLang="ko-KR" sz="500" dirty="0"/>
              <a:t>(</a:t>
            </a:r>
            <a:r>
              <a:rPr lang="en-US" altLang="ko-KR" sz="500" b="1" dirty="0"/>
              <a:t>12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 </a:t>
            </a:r>
            <a:r>
              <a:rPr lang="en-US" altLang="ko-KR" sz="500" dirty="0"/>
              <a:t>7</a:t>
            </a:r>
            <a:r>
              <a:rPr lang="ko-KR" altLang="en-US" sz="500" dirty="0"/>
              <a:t>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400: </a:t>
            </a:r>
            <a:r>
              <a:rPr lang="ko-KR" altLang="en-US" sz="500" dirty="0"/>
              <a:t>후암시장 → 효창공원역 </a:t>
            </a:r>
            <a:r>
              <a:rPr lang="en-US" altLang="ko-KR" sz="500" dirty="0"/>
              <a:t>(</a:t>
            </a:r>
            <a:r>
              <a:rPr lang="en-US" altLang="ko-KR" sz="500" b="1" dirty="0"/>
              <a:t>16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/>
              <a:t>효창공원역 → 목적지 도보 </a:t>
            </a:r>
            <a:r>
              <a:rPr lang="en-US" altLang="ko-KR" sz="500" dirty="0"/>
              <a:t>15</a:t>
            </a:r>
            <a:r>
              <a:rPr lang="ko-KR" altLang="en-US" sz="500" dirty="0"/>
              <a:t>분</a:t>
            </a:r>
          </a:p>
          <a:p>
            <a:pPr>
              <a:buNone/>
            </a:pPr>
            <a:br>
              <a:rPr lang="ko-KR" altLang="en-US" sz="500" dirty="0"/>
            </a:br>
            <a:endParaRPr lang="ko-KR" altLang="en-US" sz="500" dirty="0"/>
          </a:p>
          <a:p>
            <a:pPr>
              <a:buNone/>
            </a:pPr>
            <a:r>
              <a:rPr lang="ko-KR" altLang="en-US" sz="500" b="1" dirty="0" err="1"/>
              <a:t>신용산</a:t>
            </a:r>
            <a:r>
              <a:rPr lang="ko-KR" altLang="en-US" sz="500" b="1" dirty="0"/>
              <a:t>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한강대교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용산역 </a:t>
            </a:r>
            <a:r>
              <a:rPr lang="en-US" altLang="ko-KR" sz="500" b="1" dirty="0"/>
              <a:t>/ </a:t>
            </a:r>
            <a:r>
              <a:rPr lang="ko-KR" altLang="en-US" sz="500" b="1" dirty="0"/>
              <a:t>성심여고 쪽</a:t>
            </a:r>
            <a:r>
              <a:rPr lang="en-US" altLang="ko-KR" sz="500" b="1" dirty="0"/>
              <a:t>:</a:t>
            </a:r>
            <a:endParaRPr lang="ko-KR" altLang="en-US" sz="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605: </a:t>
            </a:r>
            <a:r>
              <a:rPr lang="ko-KR" altLang="en-US" sz="500" dirty="0"/>
              <a:t>후암시장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(</a:t>
            </a:r>
            <a:r>
              <a:rPr lang="en-US" altLang="ko-KR" sz="500" b="1" dirty="0"/>
              <a:t>11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신용산역</a:t>
            </a:r>
            <a:r>
              <a:rPr lang="en-US" altLang="ko-KR" sz="500" dirty="0"/>
              <a:t>3</a:t>
            </a:r>
            <a:r>
              <a:rPr lang="ko-KR" altLang="en-US" sz="500" dirty="0" err="1"/>
              <a:t>번출구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0017 → </a:t>
            </a:r>
            <a:r>
              <a:rPr lang="ko-KR" altLang="en-US" sz="500" dirty="0"/>
              <a:t>신창동</a:t>
            </a:r>
            <a:r>
              <a:rPr lang="en-US" altLang="ko-KR" sz="500" dirty="0"/>
              <a:t>(12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</a:t>
            </a:r>
            <a:r>
              <a:rPr lang="en-US" altLang="ko-KR" sz="500" dirty="0"/>
              <a:t>(2</a:t>
            </a:r>
            <a:r>
              <a:rPr lang="ko-KR" altLang="en-US" sz="500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신용산역</a:t>
            </a:r>
            <a:r>
              <a:rPr lang="en-US" altLang="ko-KR" sz="500" dirty="0"/>
              <a:t>(</a:t>
            </a:r>
            <a:r>
              <a:rPr lang="ko-KR" altLang="en-US" sz="500" dirty="0"/>
              <a:t>중앙</a:t>
            </a:r>
            <a:r>
              <a:rPr lang="en-US" altLang="ko-KR" sz="500" dirty="0"/>
              <a:t>) →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500" b="1" dirty="0"/>
              <a:t>5012 (interval 13</a:t>
            </a:r>
            <a:r>
              <a:rPr lang="ko-KR" altLang="en-US" sz="500" b="1" dirty="0"/>
              <a:t>분</a:t>
            </a:r>
            <a:r>
              <a:rPr lang="en-US" altLang="ko-KR" sz="500" b="1" dirty="0"/>
              <a:t>)</a:t>
            </a:r>
            <a:r>
              <a:rPr lang="ko-KR" altLang="en-US" sz="500" dirty="0"/>
              <a:t> </a:t>
            </a:r>
            <a:r>
              <a:rPr lang="en-US" altLang="ko-KR" sz="500" dirty="0"/>
              <a:t>: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→ </a:t>
            </a:r>
            <a:r>
              <a:rPr lang="ko-KR" altLang="en-US" sz="500" dirty="0" err="1"/>
              <a:t>원효대교북단</a:t>
            </a:r>
            <a:r>
              <a:rPr lang="en-US" altLang="ko-KR" sz="500" dirty="0"/>
              <a:t>(6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</a:t>
            </a:r>
            <a:r>
              <a:rPr lang="en-US" altLang="ko-KR" sz="500" dirty="0"/>
              <a:t>10</a:t>
            </a:r>
            <a:r>
              <a:rPr lang="ko-KR" altLang="en-US" sz="500" dirty="0"/>
              <a:t>분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altLang="ko-KR" sz="500" dirty="0"/>
              <a:t>0017 : </a:t>
            </a:r>
            <a:r>
              <a:rPr lang="ko-KR" altLang="en-US" sz="500" dirty="0" err="1"/>
              <a:t>용산역광장</a:t>
            </a:r>
            <a:r>
              <a:rPr lang="ko-KR" altLang="en-US" sz="500" dirty="0"/>
              <a:t> → 성심여고</a:t>
            </a:r>
            <a:r>
              <a:rPr lang="en-US" altLang="ko-KR" sz="500" dirty="0"/>
              <a:t>(17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 도보</a:t>
            </a:r>
            <a:r>
              <a:rPr lang="en-US" altLang="ko-KR" sz="500" dirty="0"/>
              <a:t>1</a:t>
            </a:r>
            <a:r>
              <a:rPr lang="ko-KR" altLang="en-US" sz="500" dirty="0"/>
              <a:t>분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500" dirty="0"/>
              <a:t>605: </a:t>
            </a:r>
            <a:r>
              <a:rPr lang="ko-KR" altLang="en-US" sz="500" dirty="0"/>
              <a:t>후암시장 → </a:t>
            </a:r>
            <a:r>
              <a:rPr lang="ko-KR" altLang="en-US" sz="500" dirty="0" err="1"/>
              <a:t>한강대교북단</a:t>
            </a:r>
            <a:r>
              <a:rPr lang="en-US" altLang="ko-KR" sz="500" dirty="0"/>
              <a:t>(LGU+) (</a:t>
            </a:r>
            <a:r>
              <a:rPr lang="en-US" altLang="ko-KR" sz="500" b="1" dirty="0"/>
              <a:t>13</a:t>
            </a:r>
            <a:r>
              <a:rPr lang="ko-KR" altLang="en-US" sz="500" b="1" dirty="0"/>
              <a:t>분</a:t>
            </a:r>
            <a:r>
              <a:rPr lang="en-US" altLang="ko-KR" sz="5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500" dirty="0" err="1"/>
              <a:t>한강대교북단</a:t>
            </a:r>
            <a:r>
              <a:rPr lang="en-US" altLang="ko-KR" sz="500" dirty="0"/>
              <a:t>(LGU+) → </a:t>
            </a:r>
            <a:r>
              <a:rPr lang="ko-KR" altLang="en-US" sz="500" dirty="0" err="1"/>
              <a:t>한강대교북단</a:t>
            </a:r>
            <a:r>
              <a:rPr lang="en-US" altLang="ko-KR" sz="500" dirty="0"/>
              <a:t>(</a:t>
            </a:r>
            <a:r>
              <a:rPr lang="ko-KR" altLang="en-US" sz="500" b="1" dirty="0"/>
              <a:t>도보</a:t>
            </a:r>
            <a:r>
              <a:rPr lang="en-US" altLang="ko-KR" sz="500" b="1" dirty="0"/>
              <a:t>2</a:t>
            </a:r>
            <a:r>
              <a:rPr lang="ko-KR" altLang="en-US" sz="500" b="1" dirty="0"/>
              <a:t>분</a:t>
            </a:r>
            <a:r>
              <a:rPr lang="en-US" altLang="ko-KR" sz="500" dirty="0"/>
              <a:t>) → 0017 → </a:t>
            </a:r>
            <a:r>
              <a:rPr lang="ko-KR" altLang="en-US" sz="500" dirty="0"/>
              <a:t>성심여고</a:t>
            </a:r>
            <a:r>
              <a:rPr lang="en-US" altLang="ko-KR" sz="500" dirty="0"/>
              <a:t>(13</a:t>
            </a:r>
            <a:r>
              <a:rPr lang="ko-KR" altLang="en-US" sz="500" dirty="0"/>
              <a:t>분</a:t>
            </a:r>
            <a:r>
              <a:rPr lang="en-US" altLang="ko-KR" sz="500" dirty="0"/>
              <a:t>) → </a:t>
            </a:r>
            <a:r>
              <a:rPr lang="ko-KR" altLang="en-US" sz="500" dirty="0"/>
              <a:t>목적지</a:t>
            </a:r>
            <a:r>
              <a:rPr lang="en-US" altLang="ko-KR" sz="500" dirty="0"/>
              <a:t>(1</a:t>
            </a:r>
            <a:r>
              <a:rPr lang="ko-KR" altLang="en-US" sz="500" dirty="0"/>
              <a:t>분</a:t>
            </a:r>
          </a:p>
        </p:txBody>
      </p:sp>
    </p:spTree>
    <p:extLst>
      <p:ext uri="{BB962C8B-B14F-4D97-AF65-F5344CB8AC3E}">
        <p14:creationId xmlns:p14="http://schemas.microsoft.com/office/powerpoint/2010/main" val="74010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32C2-2AC1-F836-0E18-00D75F96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BEA6FA1-0D87-8E1A-AACB-1F0946D88B44}"/>
              </a:ext>
            </a:extLst>
          </p:cNvPr>
          <p:cNvSpPr/>
          <p:nvPr/>
        </p:nvSpPr>
        <p:spPr>
          <a:xfrm>
            <a:off x="0" y="0"/>
            <a:ext cx="12192000" cy="1289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20">
            <a:extLst>
              <a:ext uri="{FF2B5EF4-FFF2-40B4-BE49-F238E27FC236}">
                <a16:creationId xmlns:a16="http://schemas.microsoft.com/office/drawing/2014/main" id="{3FC2FD1C-FF94-50E0-73D6-40B7B5900900}"/>
              </a:ext>
            </a:extLst>
          </p:cNvPr>
          <p:cNvSpPr/>
          <p:nvPr/>
        </p:nvSpPr>
        <p:spPr>
          <a:xfrm>
            <a:off x="695323" y="455533"/>
            <a:ext cx="976249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altLang="ko-KR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State, Action, Reward </a:t>
            </a: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설계 설명</a:t>
            </a:r>
            <a:endParaRPr lang="en-US" sz="310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73291-0E07-10E0-4943-59209D43737D}"/>
              </a:ext>
            </a:extLst>
          </p:cNvPr>
          <p:cNvSpPr txBox="1"/>
          <p:nvPr/>
        </p:nvSpPr>
        <p:spPr>
          <a:xfrm>
            <a:off x="538522" y="4210152"/>
            <a:ext cx="665421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Action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①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도보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(Walk)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이동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 from → to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로 단방향 고정 이동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이동 시간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en-US" altLang="ko-KR" sz="1400" dirty="0" err="1">
                <a:latin typeface="굴림" panose="020B0600000101010101" pitchFamily="50" charset="-127"/>
                <a:ea typeface="굴림" panose="020B0600000101010101" pitchFamily="50" charset="-127"/>
              </a:rPr>
              <a:t>walk_time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이 정해져 있음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시간이 오래 걸리므로 보상 설계에서 불리하게 반영 가능</a:t>
            </a:r>
          </a:p>
          <a:p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② 버스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(Bus)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탑승 이동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 from → to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노선별 단방향 이동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소요시간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= </a:t>
            </a:r>
            <a:r>
              <a:rPr lang="en-US" altLang="ko-KR" sz="1400" dirty="0" err="1">
                <a:latin typeface="굴림" panose="020B0600000101010101" pitchFamily="50" charset="-127"/>
                <a:ea typeface="굴림" panose="020B0600000101010101" pitchFamily="50" charset="-127"/>
              </a:rPr>
              <a:t>waiting_time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(ETA) + </a:t>
            </a:r>
            <a:r>
              <a:rPr lang="en-US" altLang="ko-KR" sz="1400" dirty="0" err="1">
                <a:latin typeface="굴림" panose="020B0600000101010101" pitchFamily="50" charset="-127"/>
                <a:ea typeface="굴림" panose="020B0600000101010101" pitchFamily="50" charset="-127"/>
              </a:rPr>
              <a:t>ride_time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DE3274-5B0C-0BD3-EBE1-6F74167F7597}"/>
              </a:ext>
            </a:extLst>
          </p:cNvPr>
          <p:cNvSpPr txBox="1"/>
          <p:nvPr/>
        </p:nvSpPr>
        <p:spPr>
          <a:xfrm>
            <a:off x="538522" y="1509440"/>
            <a:ext cx="665421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State</a:t>
            </a:r>
            <a:endParaRPr lang="ko-KR" altLang="en-US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① 현재 정류장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One-hot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벡터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전체 정류장 수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= N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현재 정류장만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1,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나머지는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0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예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정류장이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11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개라면 길이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11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벡터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②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버스 대기시간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ETA(Estimated Time of Arrival)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현재 시점에서 각 버스 노선까지 남은 시간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모든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η(line)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은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0 ~ interval-1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범위에서 랜덤 초기화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학습 안정화를 위해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MAX_INTERVAL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로 나누어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0~1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사이로 정규화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BA8F22-B82C-6A24-2BD7-A9CD2A970E13}"/>
              </a:ext>
            </a:extLst>
          </p:cNvPr>
          <p:cNvSpPr txBox="1"/>
          <p:nvPr/>
        </p:nvSpPr>
        <p:spPr>
          <a:xfrm>
            <a:off x="7192735" y="3186822"/>
            <a:ext cx="665421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Reward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①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기본 보상 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: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시간 기반 </a:t>
            </a:r>
            <a:r>
              <a:rPr lang="ko-KR" altLang="en-US" sz="1400" dirty="0" err="1">
                <a:latin typeface="굴림" panose="020B0600000101010101" pitchFamily="50" charset="-127"/>
                <a:ea typeface="굴림" panose="020B0600000101010101" pitchFamily="50" charset="-127"/>
              </a:rPr>
              <a:t>패널티</a:t>
            </a:r>
            <a:endParaRPr lang="ko-KR" altLang="en-US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400" dirty="0" err="1">
                <a:latin typeface="굴림" panose="020B0600000101010101" pitchFamily="50" charset="-127"/>
                <a:ea typeface="굴림" panose="020B0600000101010101" pitchFamily="50" charset="-127"/>
              </a:rPr>
              <a:t>걸을수록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(walk) →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보상 감소</a:t>
            </a:r>
          </a:p>
          <a:p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대기할수록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(wait) →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보상 크게 감소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버스로 이동해도</a:t>
            </a:r>
            <a:r>
              <a:rPr lang="en-US" altLang="ko-KR" sz="1400" dirty="0">
                <a:latin typeface="굴림" panose="020B0600000101010101" pitchFamily="50" charset="-127"/>
                <a:ea typeface="굴림" panose="020B0600000101010101" pitchFamily="50" charset="-127"/>
              </a:rPr>
              <a:t>(ride) → </a:t>
            </a:r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시간만큼 감소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400" dirty="0">
                <a:latin typeface="굴림" panose="020B0600000101010101" pitchFamily="50" charset="-127"/>
                <a:ea typeface="굴림" panose="020B0600000101010101" pitchFamily="50" charset="-127"/>
              </a:rPr>
              <a:t>② 목적지 도달 보상</a:t>
            </a:r>
            <a:endParaRPr lang="en-US" altLang="ko-KR" sz="1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2439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2EB6A-33D7-3F34-BEA9-2D2BFD976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A79193F-2F3B-876D-69DE-4D997CD496B2}"/>
              </a:ext>
            </a:extLst>
          </p:cNvPr>
          <p:cNvSpPr/>
          <p:nvPr/>
        </p:nvSpPr>
        <p:spPr>
          <a:xfrm>
            <a:off x="0" y="0"/>
            <a:ext cx="12192000" cy="1289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20">
            <a:extLst>
              <a:ext uri="{FF2B5EF4-FFF2-40B4-BE49-F238E27FC236}">
                <a16:creationId xmlns:a16="http://schemas.microsoft.com/office/drawing/2014/main" id="{FD76872E-814D-758A-AF7C-C53B3212103B}"/>
              </a:ext>
            </a:extLst>
          </p:cNvPr>
          <p:cNvSpPr/>
          <p:nvPr/>
        </p:nvSpPr>
        <p:spPr>
          <a:xfrm>
            <a:off x="695323" y="455533"/>
            <a:ext cx="976249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실험 환경</a:t>
            </a:r>
            <a:endParaRPr lang="en-US" sz="310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E1FB2-85CE-A9D5-43EC-52B872C01415}"/>
              </a:ext>
            </a:extLst>
          </p:cNvPr>
          <p:cNvSpPr txBox="1"/>
          <p:nvPr/>
        </p:nvSpPr>
        <p:spPr>
          <a:xfrm>
            <a:off x="540200" y="1908776"/>
            <a:ext cx="10922457" cy="293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①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정류장 정보(STOPS) :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각 정류장은 정수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ID로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매핑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② 도보 이동 정보(WALK_EDGES) :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각 정류장 사이 도보 이동이 가능한 경우 그 소요 시간을 정의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   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- 도보 10분 초과 시 5분 단위로 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패널티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적용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③ 버스 이동 정보(BUS_EDGES) :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각 버스 노선의 정류장 간 운행 시간으로 구성됨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   - 노선마다 다른 버스 간격(BUS_INTERVAL) 존재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   - 에피소드 시작 시 각 노선의 버스 위치(</a:t>
            </a:r>
            <a:r>
              <a:rPr lang="ko-KR" altLang="en-US" dirty="0" err="1">
                <a:latin typeface="굴림" panose="020B0600000101010101" pitchFamily="50" charset="-127"/>
                <a:ea typeface="굴림" panose="020B0600000101010101" pitchFamily="50" charset="-127"/>
              </a:rPr>
              <a:t>bus_phase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)가 무작위 설정</a:t>
            </a:r>
          </a:p>
          <a:p>
            <a:pPr>
              <a:lnSpc>
                <a:spcPct val="150000"/>
              </a:lnSpc>
            </a:pP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      </a:t>
            </a:r>
            <a:r>
              <a:rPr lang="ko-KR" altLang="en-US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→ 도착 시점에 따라 대기시간이 달라짐</a:t>
            </a:r>
          </a:p>
        </p:txBody>
      </p:sp>
    </p:spTree>
    <p:extLst>
      <p:ext uri="{BB962C8B-B14F-4D97-AF65-F5344CB8AC3E}">
        <p14:creationId xmlns:p14="http://schemas.microsoft.com/office/powerpoint/2010/main" val="4011532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AEAC1-5200-1145-DB67-6A66B96A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887FF27-493D-01AB-2E35-724A6498B74C}"/>
              </a:ext>
            </a:extLst>
          </p:cNvPr>
          <p:cNvSpPr/>
          <p:nvPr/>
        </p:nvSpPr>
        <p:spPr>
          <a:xfrm>
            <a:off x="0" y="0"/>
            <a:ext cx="12192000" cy="1289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20">
            <a:extLst>
              <a:ext uri="{FF2B5EF4-FFF2-40B4-BE49-F238E27FC236}">
                <a16:creationId xmlns:a16="http://schemas.microsoft.com/office/drawing/2014/main" id="{D65777AD-E1D2-A07C-8AB4-28504567C3F3}"/>
              </a:ext>
            </a:extLst>
          </p:cNvPr>
          <p:cNvSpPr/>
          <p:nvPr/>
        </p:nvSpPr>
        <p:spPr>
          <a:xfrm>
            <a:off x="695323" y="455533"/>
            <a:ext cx="976249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실험결과 </a:t>
            </a:r>
            <a:r>
              <a:rPr lang="en-US" altLang="ko-KR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en-US" altLang="ko-KR" sz="3100" dirty="0" err="1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DoubleDQN</a:t>
            </a:r>
            <a:r>
              <a:rPr lang="en-US" altLang="ko-KR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사용</a:t>
            </a:r>
            <a:endParaRPr lang="en-US" sz="310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14" name="그림 13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0237D3-5F9A-331C-8419-0C1E80610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9" y="1407557"/>
            <a:ext cx="7257674" cy="4336903"/>
          </a:xfrm>
          <a:prstGeom prst="rect">
            <a:avLst/>
          </a:prstGeom>
        </p:spPr>
      </p:pic>
      <p:pic>
        <p:nvPicPr>
          <p:cNvPr id="16" name="그림 15" descr="텍스트, 친필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D8013F-3083-2F80-847A-E4C4783CC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542" y="4299364"/>
            <a:ext cx="7195457" cy="245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75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FC0C-CBD0-E616-491B-7E1104F4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A3455F93-2C4A-7CEE-A833-BCBD4935C36C}"/>
              </a:ext>
            </a:extLst>
          </p:cNvPr>
          <p:cNvSpPr/>
          <p:nvPr/>
        </p:nvSpPr>
        <p:spPr>
          <a:xfrm>
            <a:off x="0" y="0"/>
            <a:ext cx="12192000" cy="1289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20">
            <a:extLst>
              <a:ext uri="{FF2B5EF4-FFF2-40B4-BE49-F238E27FC236}">
                <a16:creationId xmlns:a16="http://schemas.microsoft.com/office/drawing/2014/main" id="{61EA711A-ABEA-EC0A-C31E-13F4D63449C9}"/>
              </a:ext>
            </a:extLst>
          </p:cNvPr>
          <p:cNvSpPr/>
          <p:nvPr/>
        </p:nvSpPr>
        <p:spPr>
          <a:xfrm>
            <a:off x="695323" y="455533"/>
            <a:ext cx="976249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실험결과 </a:t>
            </a:r>
            <a:r>
              <a:rPr lang="en-US" altLang="ko-KR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알고리즘 비교</a:t>
            </a:r>
            <a:endParaRPr lang="en-US" sz="310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738866-BCE6-765E-D0B5-33E3322AEB2C}"/>
              </a:ext>
            </a:extLst>
          </p:cNvPr>
          <p:cNvSpPr txBox="1"/>
          <p:nvPr/>
        </p:nvSpPr>
        <p:spPr>
          <a:xfrm>
            <a:off x="193901" y="1407557"/>
            <a:ext cx="11804198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/>
              <a:t>① </a:t>
            </a:r>
            <a:r>
              <a:rPr lang="ko-KR" altLang="en-US" sz="1600" dirty="0" err="1"/>
              <a:t>Random</a:t>
            </a:r>
            <a:r>
              <a:rPr lang="ko-KR" altLang="en-US" sz="1600" dirty="0"/>
              <a:t> </a:t>
            </a:r>
            <a:r>
              <a:rPr lang="ko-KR" altLang="en-US" sz="1600" dirty="0" err="1"/>
              <a:t>Policy</a:t>
            </a:r>
            <a:r>
              <a:rPr lang="ko-KR" altLang="en-US" sz="1600" dirty="0"/>
              <a:t> : RL 모델이 얼마나 성능 개선을 보이는지 비교 기준 제공</a:t>
            </a:r>
          </a:p>
          <a:p>
            <a:r>
              <a:rPr lang="ko-KR" altLang="en-US" sz="1600" dirty="0"/>
              <a:t>② </a:t>
            </a:r>
            <a:r>
              <a:rPr lang="ko-KR" altLang="en-US" sz="1600" dirty="0" err="1"/>
              <a:t>Greedy</a:t>
            </a:r>
            <a:r>
              <a:rPr lang="ko-KR" altLang="en-US" sz="1600" dirty="0"/>
              <a:t> ETA </a:t>
            </a:r>
            <a:r>
              <a:rPr lang="ko-KR" altLang="en-US" sz="1600" dirty="0" err="1"/>
              <a:t>Policy</a:t>
            </a:r>
            <a:r>
              <a:rPr lang="ko-KR" altLang="en-US" sz="1600" dirty="0"/>
              <a:t> : 환경에서 제공하는 버스 ETA 및 도보 시간을 기반으로 즉시 비용이 가장 낮은 행동을 선택</a:t>
            </a:r>
          </a:p>
          <a:p>
            <a:r>
              <a:rPr lang="ko-KR" altLang="en-US" sz="1600" dirty="0"/>
              <a:t>③ DQN (</a:t>
            </a:r>
            <a:r>
              <a:rPr lang="ko-KR" altLang="en-US" sz="1600" dirty="0" err="1"/>
              <a:t>Deep</a:t>
            </a:r>
            <a:r>
              <a:rPr lang="ko-KR" altLang="en-US" sz="1600" dirty="0"/>
              <a:t> </a:t>
            </a:r>
            <a:r>
              <a:rPr lang="ko-KR" altLang="en-US" sz="1600" dirty="0" err="1"/>
              <a:t>Q</a:t>
            </a:r>
            <a:r>
              <a:rPr lang="ko-KR" altLang="en-US" sz="1600" dirty="0"/>
              <a:t>-Network)</a:t>
            </a:r>
          </a:p>
          <a:p>
            <a:r>
              <a:rPr lang="ko-KR" altLang="en-US" sz="1600" dirty="0"/>
              <a:t>  - 버스 ETA 같은 실수(</a:t>
            </a:r>
            <a:r>
              <a:rPr lang="ko-KR" altLang="en-US" sz="1600" dirty="0" err="1"/>
              <a:t>continuous</a:t>
            </a:r>
            <a:r>
              <a:rPr lang="ko-KR" altLang="en-US" sz="1600" dirty="0"/>
              <a:t>) 값이 포함된 상태에서도 학습 가능</a:t>
            </a:r>
          </a:p>
          <a:p>
            <a:r>
              <a:rPr lang="ko-KR" altLang="en-US" sz="1600" dirty="0"/>
              <a:t>  - 경로 문제처럼 장기 보상이 중요한 환경에서 </a:t>
            </a:r>
            <a:r>
              <a:rPr lang="ko-KR" altLang="en-US" sz="1600" dirty="0" err="1"/>
              <a:t>Random</a:t>
            </a:r>
            <a:r>
              <a:rPr lang="ko-KR" altLang="en-US" sz="1600" dirty="0"/>
              <a:t>/</a:t>
            </a:r>
            <a:r>
              <a:rPr lang="ko-KR" altLang="en-US" sz="1600" dirty="0" err="1"/>
              <a:t>Greedy보다</a:t>
            </a:r>
            <a:r>
              <a:rPr lang="ko-KR" altLang="en-US" sz="1600" dirty="0"/>
              <a:t> 우수한 정책 도출 가능</a:t>
            </a:r>
          </a:p>
          <a:p>
            <a:r>
              <a:rPr lang="ko-KR" altLang="en-US" sz="1600" dirty="0"/>
              <a:t>④ </a:t>
            </a:r>
            <a:r>
              <a:rPr lang="ko-KR" altLang="en-US" sz="1600" dirty="0" err="1"/>
              <a:t>Double</a:t>
            </a:r>
            <a:r>
              <a:rPr lang="ko-KR" altLang="en-US" sz="1600" dirty="0"/>
              <a:t> DQN</a:t>
            </a:r>
          </a:p>
          <a:p>
            <a:r>
              <a:rPr lang="ko-KR" altLang="en-US" sz="1600" dirty="0"/>
              <a:t> - 경로 길이, ETA 등 </a:t>
            </a:r>
            <a:r>
              <a:rPr lang="ko-KR" altLang="en-US" sz="1600" dirty="0" err="1"/>
              <a:t>noise가</a:t>
            </a:r>
            <a:r>
              <a:rPr lang="ko-KR" altLang="en-US" sz="1600" dirty="0"/>
              <a:t> 있는 환경에서 매우 안정적</a:t>
            </a:r>
          </a:p>
          <a:p>
            <a:r>
              <a:rPr lang="ko-KR" altLang="en-US" sz="1600" dirty="0"/>
              <a:t> - 실제 버스 </a:t>
            </a:r>
            <a:r>
              <a:rPr lang="ko-KR" altLang="en-US" sz="1600" dirty="0" err="1"/>
              <a:t>ETA가</a:t>
            </a:r>
            <a:r>
              <a:rPr lang="ko-KR" altLang="en-US" sz="1600" dirty="0"/>
              <a:t> 랜덤 초기화되기 때문에 </a:t>
            </a:r>
            <a:r>
              <a:rPr lang="ko-KR" altLang="en-US" sz="1600" dirty="0" err="1"/>
              <a:t>DQN보다</a:t>
            </a:r>
            <a:r>
              <a:rPr lang="ko-KR" altLang="en-US" sz="1600" dirty="0"/>
              <a:t> 일관된 결과 제공</a:t>
            </a:r>
          </a:p>
        </p:txBody>
      </p:sp>
      <p:pic>
        <p:nvPicPr>
          <p:cNvPr id="7" name="그림 6" descr="텍스트, 라인, 평행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15BCCE-C80E-722E-9B55-4E703ED66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1" y="3648815"/>
            <a:ext cx="5600700" cy="2303015"/>
          </a:xfrm>
          <a:prstGeom prst="rect">
            <a:avLst/>
          </a:prstGeom>
        </p:spPr>
      </p:pic>
      <p:pic>
        <p:nvPicPr>
          <p:cNvPr id="10" name="그림 9" descr="텍스트, 스크린샷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1AFCD4-BD3B-D824-25BD-D02B26C8C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978" y="4190487"/>
            <a:ext cx="7686673" cy="2519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08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2DF8D-B834-91DB-D742-90004E78E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22242C3-7609-6A3F-B75F-37DDBA5430B0}"/>
              </a:ext>
            </a:extLst>
          </p:cNvPr>
          <p:cNvSpPr/>
          <p:nvPr/>
        </p:nvSpPr>
        <p:spPr>
          <a:xfrm>
            <a:off x="0" y="0"/>
            <a:ext cx="12192000" cy="1289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20">
            <a:extLst>
              <a:ext uri="{FF2B5EF4-FFF2-40B4-BE49-F238E27FC236}">
                <a16:creationId xmlns:a16="http://schemas.microsoft.com/office/drawing/2014/main" id="{F32B8531-898C-F124-591F-10F2A01BD5F5}"/>
              </a:ext>
            </a:extLst>
          </p:cNvPr>
          <p:cNvSpPr/>
          <p:nvPr/>
        </p:nvSpPr>
        <p:spPr>
          <a:xfrm>
            <a:off x="695323" y="455533"/>
            <a:ext cx="976249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실험결과 </a:t>
            </a:r>
            <a:r>
              <a:rPr lang="en-US" altLang="ko-KR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3100" dirty="0" err="1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하이퍼파라미터</a:t>
            </a: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비교</a:t>
            </a:r>
            <a:endParaRPr lang="en-US" altLang="ko-KR" sz="310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그림 5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6DFC4A-F3A0-DA75-82C0-DAC1B0D6F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906" y="115750"/>
            <a:ext cx="5587093" cy="6626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B201B2-F353-6F08-AC81-66D2E5FDE6DE}"/>
              </a:ext>
            </a:extLst>
          </p:cNvPr>
          <p:cNvSpPr txBox="1"/>
          <p:nvPr/>
        </p:nvSpPr>
        <p:spPr>
          <a:xfrm>
            <a:off x="481372" y="2658440"/>
            <a:ext cx="66542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도보 </a:t>
            </a:r>
            <a:r>
              <a:rPr lang="ko-KR" altLang="en-US" sz="24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패널티</a:t>
            </a:r>
            <a:r>
              <a:rPr lang="ko-KR" altLang="en-US" sz="24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 강화</a:t>
            </a:r>
            <a:endParaRPr lang="en-US" altLang="ko-KR" sz="24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6547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03A68-C2E3-AFEA-DDA0-6FFB62EA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FF70F7-4FB3-A871-56B2-4B4542DC629B}"/>
              </a:ext>
            </a:extLst>
          </p:cNvPr>
          <p:cNvSpPr/>
          <p:nvPr/>
        </p:nvSpPr>
        <p:spPr>
          <a:xfrm>
            <a:off x="0" y="0"/>
            <a:ext cx="12192000" cy="1289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20">
            <a:extLst>
              <a:ext uri="{FF2B5EF4-FFF2-40B4-BE49-F238E27FC236}">
                <a16:creationId xmlns:a16="http://schemas.microsoft.com/office/drawing/2014/main" id="{D3AA76B4-F5C1-9749-09CD-0336E2A12ACF}"/>
              </a:ext>
            </a:extLst>
          </p:cNvPr>
          <p:cNvSpPr/>
          <p:nvPr/>
        </p:nvSpPr>
        <p:spPr>
          <a:xfrm>
            <a:off x="695323" y="455533"/>
            <a:ext cx="976249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실험결과 </a:t>
            </a:r>
            <a:r>
              <a:rPr lang="en-US" altLang="ko-KR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버스 랜덤 시간</a:t>
            </a:r>
            <a:endParaRPr lang="en-US" sz="310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5" name="그림 4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3D7B13-6A82-F52E-B5DE-7273A6F78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96" y="1647519"/>
            <a:ext cx="5964626" cy="4695819"/>
          </a:xfrm>
          <a:prstGeom prst="rect">
            <a:avLst/>
          </a:prstGeom>
        </p:spPr>
      </p:pic>
      <p:pic>
        <p:nvPicPr>
          <p:cNvPr id="12" name="그림 11" descr="텍스트, 친필, 폰트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FA3361-FED2-64AE-777B-6338A7A17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577" y="0"/>
            <a:ext cx="6733723" cy="68580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DC75EB4-1FEB-AC06-4AE7-700B587335A1}"/>
              </a:ext>
            </a:extLst>
          </p:cNvPr>
          <p:cNvSpPr/>
          <p:nvPr/>
        </p:nvSpPr>
        <p:spPr>
          <a:xfrm>
            <a:off x="6506935" y="0"/>
            <a:ext cx="3077935" cy="3306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548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8C25E-5E6B-1D0C-4247-0B57BBFE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5EA748D3-9C4B-39E4-2771-43BA0D9C8D8E}"/>
              </a:ext>
            </a:extLst>
          </p:cNvPr>
          <p:cNvSpPr/>
          <p:nvPr/>
        </p:nvSpPr>
        <p:spPr>
          <a:xfrm>
            <a:off x="0" y="0"/>
            <a:ext cx="12192000" cy="128995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 20">
            <a:extLst>
              <a:ext uri="{FF2B5EF4-FFF2-40B4-BE49-F238E27FC236}">
                <a16:creationId xmlns:a16="http://schemas.microsoft.com/office/drawing/2014/main" id="{26A784B9-D0C5-520C-C85B-1D1006C02826}"/>
              </a:ext>
            </a:extLst>
          </p:cNvPr>
          <p:cNvSpPr/>
          <p:nvPr/>
        </p:nvSpPr>
        <p:spPr>
          <a:xfrm>
            <a:off x="695323" y="455533"/>
            <a:ext cx="9762491" cy="496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실험결과 </a:t>
            </a:r>
            <a:r>
              <a:rPr lang="en-US" altLang="ko-KR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3100" dirty="0">
                <a:solidFill>
                  <a:schemeClr val="bg1">
                    <a:lumMod val="95000"/>
                  </a:schemeClr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결론 및 개선사항</a:t>
            </a:r>
            <a:endParaRPr lang="en-US" altLang="ko-KR" sz="3100" dirty="0">
              <a:solidFill>
                <a:schemeClr val="bg1">
                  <a:lumMod val="95000"/>
                </a:schemeClr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E6CEC7-412B-07D4-7ED1-B8798152C374}"/>
              </a:ext>
            </a:extLst>
          </p:cNvPr>
          <p:cNvSpPr txBox="1"/>
          <p:nvPr/>
        </p:nvSpPr>
        <p:spPr>
          <a:xfrm>
            <a:off x="432386" y="1402698"/>
            <a:ext cx="66542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결론</a:t>
            </a:r>
          </a:p>
          <a:p>
            <a:r>
              <a:rPr lang="en-US" altLang="ko-KR" sz="1600" dirty="0" err="1">
                <a:latin typeface="굴림" panose="020B0600000101010101" pitchFamily="50" charset="-127"/>
                <a:ea typeface="굴림" panose="020B0600000101010101" pitchFamily="50" charset="-127"/>
              </a:rPr>
              <a:t>DoubleDQN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이 가장 안정적으로 학습을 수행하며 총 소요시간과 불필요한 도보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대기 시간을 효과적으로 최소화하는 정책을 학습</a:t>
            </a:r>
          </a:p>
          <a:p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- Q-value Overestimation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을 효과적으로 억제하여 안정적인 학습 진행</a:t>
            </a:r>
          </a:p>
          <a:p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장기적 보상 구조를 학습하는 데 유리</a:t>
            </a:r>
          </a:p>
          <a:p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도보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+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대기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+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승차 시간 </a:t>
            </a:r>
            <a:r>
              <a:rPr lang="ko-KR" altLang="en-US" sz="1600" dirty="0" err="1">
                <a:latin typeface="굴림" panose="020B0600000101010101" pitchFamily="50" charset="-127"/>
                <a:ea typeface="굴림" panose="020B0600000101010101" pitchFamily="50" charset="-127"/>
              </a:rPr>
              <a:t>패널티를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균형 있게 고려한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reward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설계와 잘 맞음</a:t>
            </a:r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6D600-CAF3-08E6-5DB5-A6C556BFD7C6}"/>
              </a:ext>
            </a:extLst>
          </p:cNvPr>
          <p:cNvSpPr txBox="1"/>
          <p:nvPr/>
        </p:nvSpPr>
        <p:spPr>
          <a:xfrm>
            <a:off x="432386" y="3464801"/>
            <a:ext cx="835663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보완 및 개선사항</a:t>
            </a:r>
          </a:p>
          <a:p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① 상태 정보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(state representation)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강화 필요</a:t>
            </a:r>
          </a:p>
          <a:p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특정 노선의 “혼잡도 정보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"</a:t>
            </a:r>
          </a:p>
          <a:p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 - “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이전 행동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"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또는 “이전 정류장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"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정보</a:t>
            </a:r>
          </a:p>
          <a:p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실시간 도착 정보의 변동성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(variance)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모델링</a:t>
            </a:r>
          </a:p>
          <a:p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②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Reward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구조의 다양화</a:t>
            </a:r>
          </a:p>
          <a:p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환승 횟수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"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최소화 요소 추가</a:t>
            </a:r>
          </a:p>
          <a:p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일정 수준 이상의 대기시간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"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에 대한 강화된 </a:t>
            </a:r>
            <a:r>
              <a:rPr lang="ko-KR" altLang="en-US" sz="1600" dirty="0" err="1">
                <a:latin typeface="굴림" panose="020B0600000101010101" pitchFamily="50" charset="-127"/>
                <a:ea typeface="굴림" panose="020B0600000101010101" pitchFamily="50" charset="-127"/>
              </a:rPr>
              <a:t>패널티</a:t>
            </a:r>
            <a:endParaRPr lang="ko-KR" altLang="en-US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예상 도착시간 대비 지연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"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과 같은 미래 보상도 반영</a:t>
            </a:r>
          </a:p>
          <a:p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③ </a:t>
            </a:r>
            <a:r>
              <a:rPr lang="ko-KR" altLang="en-US" sz="1600" dirty="0" err="1">
                <a:latin typeface="굴림" panose="020B0600000101010101" pitchFamily="50" charset="-127"/>
                <a:ea typeface="굴림" panose="020B0600000101010101" pitchFamily="50" charset="-127"/>
              </a:rPr>
              <a:t>실환경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유사도 향상</a:t>
            </a:r>
          </a:p>
          <a:p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복수 목적지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다중 목적지 최적화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)</a:t>
            </a:r>
          </a:p>
          <a:p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 -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서울 교통지도의 실제 버스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·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지하철 정보 반영</a:t>
            </a:r>
          </a:p>
          <a:p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날씨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600" dirty="0" err="1">
                <a:latin typeface="굴림" panose="020B0600000101010101" pitchFamily="50" charset="-127"/>
                <a:ea typeface="굴림" panose="020B0600000101010101" pitchFamily="50" charset="-127"/>
              </a:rPr>
              <a:t>난이한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 보행 환경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(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언덕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계단 등</a:t>
            </a:r>
            <a:r>
              <a:rPr lang="en-US" altLang="ko-KR" sz="1600" dirty="0">
                <a:latin typeface="굴림" panose="020B0600000101010101" pitchFamily="50" charset="-127"/>
                <a:ea typeface="굴림" panose="020B0600000101010101" pitchFamily="50" charset="-127"/>
              </a:rPr>
              <a:t>) </a:t>
            </a:r>
            <a:r>
              <a:rPr lang="ko-KR" altLang="en-US" sz="1600" dirty="0">
                <a:latin typeface="굴림" panose="020B0600000101010101" pitchFamily="50" charset="-127"/>
                <a:ea typeface="굴림" panose="020B0600000101010101" pitchFamily="50" charset="-127"/>
              </a:rPr>
              <a:t>고려</a:t>
            </a:r>
            <a:endParaRPr lang="en-US" altLang="ko-KR" sz="16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8017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1422</Words>
  <Application>Microsoft Office PowerPoint</Application>
  <PresentationFormat>와이드스크린</PresentationFormat>
  <Paragraphs>166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굴림</vt:lpstr>
      <vt:lpstr>맑은 고딕</vt:lpstr>
      <vt:lpstr>Arial</vt:lpstr>
      <vt:lpstr>Courier New</vt:lpstr>
      <vt:lpstr>HY헤드라인M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 sin</dc:creator>
  <cp:lastModifiedBy>0 sin</cp:lastModifiedBy>
  <cp:revision>5</cp:revision>
  <dcterms:created xsi:type="dcterms:W3CDTF">2025-12-07T10:17:51Z</dcterms:created>
  <dcterms:modified xsi:type="dcterms:W3CDTF">2025-12-07T14:58:02Z</dcterms:modified>
</cp:coreProperties>
</file>